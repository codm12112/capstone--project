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70" r:id="rId2"/>
    <p:sldId id="278" r:id="rId3"/>
    <p:sldId id="257" r:id="rId4"/>
    <p:sldId id="280" r:id="rId5"/>
    <p:sldId id="279" r:id="rId6"/>
    <p:sldId id="283" r:id="rId7"/>
    <p:sldId id="258" r:id="rId8"/>
    <p:sldId id="281" r:id="rId9"/>
    <p:sldId id="260" r:id="rId10"/>
    <p:sldId id="259" r:id="rId11"/>
    <p:sldId id="264" r:id="rId12"/>
    <p:sldId id="282"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23" autoAdjust="0"/>
    <p:restoredTop sz="94657"/>
  </p:normalViewPr>
  <p:slideViewPr>
    <p:cSldViewPr snapToGrid="0">
      <p:cViewPr varScale="1">
        <p:scale>
          <a:sx n="92" d="100"/>
          <a:sy n="92" d="100"/>
        </p:scale>
        <p:origin x="184" y="8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B7C821-E5F6-4A14-BF10-DA2D250F9370}" type="datetimeFigureOut">
              <a:rPr lang="en-IN" smtClean="0"/>
              <a:t>10/04/25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DBBC13-51F8-44FA-8445-A5563C9A19D7}" type="slidenum">
              <a:rPr lang="en-IN" smtClean="0"/>
              <a:t>‹#›</a:t>
            </a:fld>
            <a:endParaRPr lang="en-IN"/>
          </a:p>
        </p:txBody>
      </p:sp>
    </p:spTree>
    <p:extLst>
      <p:ext uri="{BB962C8B-B14F-4D97-AF65-F5344CB8AC3E}">
        <p14:creationId xmlns:p14="http://schemas.microsoft.com/office/powerpoint/2010/main" val="2828706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DBBC13-51F8-44FA-8445-A5563C9A19D7}" type="slidenum">
              <a:rPr lang="en-IN" smtClean="0"/>
              <a:t>12</a:t>
            </a:fld>
            <a:endParaRPr lang="en-IN"/>
          </a:p>
        </p:txBody>
      </p:sp>
    </p:spTree>
    <p:extLst>
      <p:ext uri="{BB962C8B-B14F-4D97-AF65-F5344CB8AC3E}">
        <p14:creationId xmlns:p14="http://schemas.microsoft.com/office/powerpoint/2010/main" val="191705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3DBBC13-51F8-44FA-8445-A5563C9A19D7}" type="slidenum">
              <a:rPr lang="en-IN" smtClean="0"/>
              <a:t>13</a:t>
            </a:fld>
            <a:endParaRPr lang="en-IN"/>
          </a:p>
        </p:txBody>
      </p:sp>
    </p:spTree>
    <p:extLst>
      <p:ext uri="{BB962C8B-B14F-4D97-AF65-F5344CB8AC3E}">
        <p14:creationId xmlns:p14="http://schemas.microsoft.com/office/powerpoint/2010/main" val="733867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73CE-E865-6C25-35DC-AFAB132DA3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1ACC90C-82AD-8102-882C-0CEDDE2139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37542CF-A1D6-D41B-19D2-51BEE6CD19E8}"/>
              </a:ext>
            </a:extLst>
          </p:cNvPr>
          <p:cNvSpPr>
            <a:spLocks noGrp="1"/>
          </p:cNvSpPr>
          <p:nvPr>
            <p:ph type="dt" sz="half" idx="10"/>
          </p:nvPr>
        </p:nvSpPr>
        <p:spPr/>
        <p:txBody>
          <a:bodyPr/>
          <a:lstStyle/>
          <a:p>
            <a:fld id="{B32D67AD-7818-4DD5-90BD-F8F746941E96}" type="datetimeFigureOut">
              <a:rPr lang="en-IN" smtClean="0"/>
              <a:t>10/04/25</a:t>
            </a:fld>
            <a:endParaRPr lang="en-IN"/>
          </a:p>
        </p:txBody>
      </p:sp>
      <p:sp>
        <p:nvSpPr>
          <p:cNvPr id="5" name="Footer Placeholder 4">
            <a:extLst>
              <a:ext uri="{FF2B5EF4-FFF2-40B4-BE49-F238E27FC236}">
                <a16:creationId xmlns:a16="http://schemas.microsoft.com/office/drawing/2014/main" id="{A02705D0-059B-AD85-3246-4D3F2D2DDE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559021-DC37-C799-05C9-0DCE0F67F90B}"/>
              </a:ext>
            </a:extLst>
          </p:cNvPr>
          <p:cNvSpPr>
            <a:spLocks noGrp="1"/>
          </p:cNvSpPr>
          <p:nvPr>
            <p:ph type="sldNum" sz="quarter" idx="12"/>
          </p:nvPr>
        </p:nvSpPr>
        <p:spPr/>
        <p:txBody>
          <a:bodyPr/>
          <a:lstStyle/>
          <a:p>
            <a:fld id="{BB1FDFCF-B060-448C-8DF3-BA5522B9079E}" type="slidenum">
              <a:rPr lang="en-IN" smtClean="0"/>
              <a:t>‹#›</a:t>
            </a:fld>
            <a:endParaRPr lang="en-IN"/>
          </a:p>
        </p:txBody>
      </p:sp>
    </p:spTree>
    <p:extLst>
      <p:ext uri="{BB962C8B-B14F-4D97-AF65-F5344CB8AC3E}">
        <p14:creationId xmlns:p14="http://schemas.microsoft.com/office/powerpoint/2010/main" val="2523086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D0806-2384-6E44-47A1-A998D736936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187756-83DF-623F-B28A-EE06A06C31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1A184B-B304-E813-E5ED-41DDDEE53EDD}"/>
              </a:ext>
            </a:extLst>
          </p:cNvPr>
          <p:cNvSpPr>
            <a:spLocks noGrp="1"/>
          </p:cNvSpPr>
          <p:nvPr>
            <p:ph type="dt" sz="half" idx="10"/>
          </p:nvPr>
        </p:nvSpPr>
        <p:spPr/>
        <p:txBody>
          <a:bodyPr/>
          <a:lstStyle/>
          <a:p>
            <a:fld id="{B32D67AD-7818-4DD5-90BD-F8F746941E96}" type="datetimeFigureOut">
              <a:rPr lang="en-IN" smtClean="0"/>
              <a:t>10/04/25</a:t>
            </a:fld>
            <a:endParaRPr lang="en-IN"/>
          </a:p>
        </p:txBody>
      </p:sp>
      <p:sp>
        <p:nvSpPr>
          <p:cNvPr id="5" name="Footer Placeholder 4">
            <a:extLst>
              <a:ext uri="{FF2B5EF4-FFF2-40B4-BE49-F238E27FC236}">
                <a16:creationId xmlns:a16="http://schemas.microsoft.com/office/drawing/2014/main" id="{6D7D1DEA-051E-C0A1-B672-5655AE85FC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C634C5-7299-2E1A-CDDC-BF2F835FCBE9}"/>
              </a:ext>
            </a:extLst>
          </p:cNvPr>
          <p:cNvSpPr>
            <a:spLocks noGrp="1"/>
          </p:cNvSpPr>
          <p:nvPr>
            <p:ph type="sldNum" sz="quarter" idx="12"/>
          </p:nvPr>
        </p:nvSpPr>
        <p:spPr/>
        <p:txBody>
          <a:bodyPr/>
          <a:lstStyle/>
          <a:p>
            <a:fld id="{BB1FDFCF-B060-448C-8DF3-BA5522B9079E}" type="slidenum">
              <a:rPr lang="en-IN" smtClean="0"/>
              <a:t>‹#›</a:t>
            </a:fld>
            <a:endParaRPr lang="en-IN"/>
          </a:p>
        </p:txBody>
      </p:sp>
    </p:spTree>
    <p:extLst>
      <p:ext uri="{BB962C8B-B14F-4D97-AF65-F5344CB8AC3E}">
        <p14:creationId xmlns:p14="http://schemas.microsoft.com/office/powerpoint/2010/main" val="1432787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87311-B536-0FBF-D231-E8014464F2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A408471-B94F-20A9-0B9F-FCA47F3407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7EB2F3-BFF8-63CD-3655-298AA3F95982}"/>
              </a:ext>
            </a:extLst>
          </p:cNvPr>
          <p:cNvSpPr>
            <a:spLocks noGrp="1"/>
          </p:cNvSpPr>
          <p:nvPr>
            <p:ph type="dt" sz="half" idx="10"/>
          </p:nvPr>
        </p:nvSpPr>
        <p:spPr/>
        <p:txBody>
          <a:bodyPr/>
          <a:lstStyle/>
          <a:p>
            <a:fld id="{B32D67AD-7818-4DD5-90BD-F8F746941E96}" type="datetimeFigureOut">
              <a:rPr lang="en-IN" smtClean="0"/>
              <a:t>10/04/25</a:t>
            </a:fld>
            <a:endParaRPr lang="en-IN"/>
          </a:p>
        </p:txBody>
      </p:sp>
      <p:sp>
        <p:nvSpPr>
          <p:cNvPr id="5" name="Footer Placeholder 4">
            <a:extLst>
              <a:ext uri="{FF2B5EF4-FFF2-40B4-BE49-F238E27FC236}">
                <a16:creationId xmlns:a16="http://schemas.microsoft.com/office/drawing/2014/main" id="{BBB3E0B4-4662-9A30-326C-EB4411EEB3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BDB122-4F3B-C307-9B8F-4E83F4017AE2}"/>
              </a:ext>
            </a:extLst>
          </p:cNvPr>
          <p:cNvSpPr>
            <a:spLocks noGrp="1"/>
          </p:cNvSpPr>
          <p:nvPr>
            <p:ph type="sldNum" sz="quarter" idx="12"/>
          </p:nvPr>
        </p:nvSpPr>
        <p:spPr/>
        <p:txBody>
          <a:bodyPr/>
          <a:lstStyle/>
          <a:p>
            <a:fld id="{BB1FDFCF-B060-448C-8DF3-BA5522B9079E}" type="slidenum">
              <a:rPr lang="en-IN" smtClean="0"/>
              <a:t>‹#›</a:t>
            </a:fld>
            <a:endParaRPr lang="en-IN"/>
          </a:p>
        </p:txBody>
      </p:sp>
    </p:spTree>
    <p:extLst>
      <p:ext uri="{BB962C8B-B14F-4D97-AF65-F5344CB8AC3E}">
        <p14:creationId xmlns:p14="http://schemas.microsoft.com/office/powerpoint/2010/main" val="1767357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7F6A1-69B3-1D98-FD04-0ED2E75A72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A3629C-E601-12CA-24FD-F41F436957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7D29114-D27A-A824-C1E6-CECB79F18F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6E20EAA-1C07-6056-7BD9-746D30E16533}"/>
              </a:ext>
            </a:extLst>
          </p:cNvPr>
          <p:cNvSpPr>
            <a:spLocks noGrp="1"/>
          </p:cNvSpPr>
          <p:nvPr>
            <p:ph type="dt" sz="half" idx="10"/>
          </p:nvPr>
        </p:nvSpPr>
        <p:spPr/>
        <p:txBody>
          <a:bodyPr/>
          <a:lstStyle/>
          <a:p>
            <a:fld id="{B32D67AD-7818-4DD5-90BD-F8F746941E96}" type="datetimeFigureOut">
              <a:rPr lang="en-IN" smtClean="0"/>
              <a:t>10/04/25</a:t>
            </a:fld>
            <a:endParaRPr lang="en-IN"/>
          </a:p>
        </p:txBody>
      </p:sp>
      <p:sp>
        <p:nvSpPr>
          <p:cNvPr id="6" name="Footer Placeholder 5">
            <a:extLst>
              <a:ext uri="{FF2B5EF4-FFF2-40B4-BE49-F238E27FC236}">
                <a16:creationId xmlns:a16="http://schemas.microsoft.com/office/drawing/2014/main" id="{0DC03FB7-74DF-748F-AFF6-5A8C4D59C7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155B31-4A41-73C4-7048-67AE8AB96122}"/>
              </a:ext>
            </a:extLst>
          </p:cNvPr>
          <p:cNvSpPr>
            <a:spLocks noGrp="1"/>
          </p:cNvSpPr>
          <p:nvPr>
            <p:ph type="sldNum" sz="quarter" idx="12"/>
          </p:nvPr>
        </p:nvSpPr>
        <p:spPr/>
        <p:txBody>
          <a:bodyPr/>
          <a:lstStyle/>
          <a:p>
            <a:fld id="{BB1FDFCF-B060-448C-8DF3-BA5522B9079E}" type="slidenum">
              <a:rPr lang="en-IN" smtClean="0"/>
              <a:t>‹#›</a:t>
            </a:fld>
            <a:endParaRPr lang="en-IN"/>
          </a:p>
        </p:txBody>
      </p:sp>
    </p:spTree>
    <p:extLst>
      <p:ext uri="{BB962C8B-B14F-4D97-AF65-F5344CB8AC3E}">
        <p14:creationId xmlns:p14="http://schemas.microsoft.com/office/powerpoint/2010/main" val="2690325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9EA9-AB3C-042F-F677-DFEF535D94F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058728-3172-40BE-1DFB-8542275139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4F4D48-656A-8790-442E-9E41909FB2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458A891-6064-A6AA-6AAB-A1D8F12A4F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8A4866-06C7-A926-C7F0-57D33A3460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3015082-EDE3-7E5D-7EC9-CF459A3A7DF8}"/>
              </a:ext>
            </a:extLst>
          </p:cNvPr>
          <p:cNvSpPr>
            <a:spLocks noGrp="1"/>
          </p:cNvSpPr>
          <p:nvPr>
            <p:ph type="dt" sz="half" idx="10"/>
          </p:nvPr>
        </p:nvSpPr>
        <p:spPr/>
        <p:txBody>
          <a:bodyPr/>
          <a:lstStyle/>
          <a:p>
            <a:fld id="{B32D67AD-7818-4DD5-90BD-F8F746941E96}" type="datetimeFigureOut">
              <a:rPr lang="en-IN" smtClean="0"/>
              <a:t>10/04/25</a:t>
            </a:fld>
            <a:endParaRPr lang="en-IN"/>
          </a:p>
        </p:txBody>
      </p:sp>
      <p:sp>
        <p:nvSpPr>
          <p:cNvPr id="8" name="Footer Placeholder 7">
            <a:extLst>
              <a:ext uri="{FF2B5EF4-FFF2-40B4-BE49-F238E27FC236}">
                <a16:creationId xmlns:a16="http://schemas.microsoft.com/office/drawing/2014/main" id="{D5F02C39-B2CA-68CB-B08D-C7BDDD7E712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B6D7AD4-C413-D316-9F86-29A475CDE05A}"/>
              </a:ext>
            </a:extLst>
          </p:cNvPr>
          <p:cNvSpPr>
            <a:spLocks noGrp="1"/>
          </p:cNvSpPr>
          <p:nvPr>
            <p:ph type="sldNum" sz="quarter" idx="12"/>
          </p:nvPr>
        </p:nvSpPr>
        <p:spPr/>
        <p:txBody>
          <a:bodyPr/>
          <a:lstStyle/>
          <a:p>
            <a:fld id="{BB1FDFCF-B060-448C-8DF3-BA5522B9079E}" type="slidenum">
              <a:rPr lang="en-IN" smtClean="0"/>
              <a:t>‹#›</a:t>
            </a:fld>
            <a:endParaRPr lang="en-IN"/>
          </a:p>
        </p:txBody>
      </p:sp>
    </p:spTree>
    <p:extLst>
      <p:ext uri="{BB962C8B-B14F-4D97-AF65-F5344CB8AC3E}">
        <p14:creationId xmlns:p14="http://schemas.microsoft.com/office/powerpoint/2010/main" val="4219037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745F5-D5B6-C7CB-9B7F-ED7CBE4A7C3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204B672-1844-F84E-9B7A-467BA064CB65}"/>
              </a:ext>
            </a:extLst>
          </p:cNvPr>
          <p:cNvSpPr>
            <a:spLocks noGrp="1"/>
          </p:cNvSpPr>
          <p:nvPr>
            <p:ph type="dt" sz="half" idx="10"/>
          </p:nvPr>
        </p:nvSpPr>
        <p:spPr/>
        <p:txBody>
          <a:bodyPr/>
          <a:lstStyle/>
          <a:p>
            <a:fld id="{B32D67AD-7818-4DD5-90BD-F8F746941E96}" type="datetimeFigureOut">
              <a:rPr lang="en-IN" smtClean="0"/>
              <a:t>10/04/25</a:t>
            </a:fld>
            <a:endParaRPr lang="en-IN"/>
          </a:p>
        </p:txBody>
      </p:sp>
      <p:sp>
        <p:nvSpPr>
          <p:cNvPr id="4" name="Footer Placeholder 3">
            <a:extLst>
              <a:ext uri="{FF2B5EF4-FFF2-40B4-BE49-F238E27FC236}">
                <a16:creationId xmlns:a16="http://schemas.microsoft.com/office/drawing/2014/main" id="{EF6FE0B5-26D0-BA5E-28EE-6DB43512FA8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05E994E-9E6C-C4B1-8BC6-6C1ED6EBC91D}"/>
              </a:ext>
            </a:extLst>
          </p:cNvPr>
          <p:cNvSpPr>
            <a:spLocks noGrp="1"/>
          </p:cNvSpPr>
          <p:nvPr>
            <p:ph type="sldNum" sz="quarter" idx="12"/>
          </p:nvPr>
        </p:nvSpPr>
        <p:spPr/>
        <p:txBody>
          <a:bodyPr/>
          <a:lstStyle/>
          <a:p>
            <a:fld id="{BB1FDFCF-B060-448C-8DF3-BA5522B9079E}" type="slidenum">
              <a:rPr lang="en-IN" smtClean="0"/>
              <a:t>‹#›</a:t>
            </a:fld>
            <a:endParaRPr lang="en-IN"/>
          </a:p>
        </p:txBody>
      </p:sp>
    </p:spTree>
    <p:extLst>
      <p:ext uri="{BB962C8B-B14F-4D97-AF65-F5344CB8AC3E}">
        <p14:creationId xmlns:p14="http://schemas.microsoft.com/office/powerpoint/2010/main" val="2917367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B36692-4402-5236-781D-015D77C8E080}"/>
              </a:ext>
            </a:extLst>
          </p:cNvPr>
          <p:cNvSpPr>
            <a:spLocks noGrp="1"/>
          </p:cNvSpPr>
          <p:nvPr>
            <p:ph type="dt" sz="half" idx="10"/>
          </p:nvPr>
        </p:nvSpPr>
        <p:spPr/>
        <p:txBody>
          <a:bodyPr/>
          <a:lstStyle/>
          <a:p>
            <a:fld id="{B32D67AD-7818-4DD5-90BD-F8F746941E96}" type="datetimeFigureOut">
              <a:rPr lang="en-IN" smtClean="0"/>
              <a:t>10/04/25</a:t>
            </a:fld>
            <a:endParaRPr lang="en-IN"/>
          </a:p>
        </p:txBody>
      </p:sp>
      <p:sp>
        <p:nvSpPr>
          <p:cNvPr id="3" name="Footer Placeholder 2">
            <a:extLst>
              <a:ext uri="{FF2B5EF4-FFF2-40B4-BE49-F238E27FC236}">
                <a16:creationId xmlns:a16="http://schemas.microsoft.com/office/drawing/2014/main" id="{D0D20691-8FA6-FDA3-39C0-4A823756BFF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3FAD25C-70CD-1090-5AAA-D02F6814F459}"/>
              </a:ext>
            </a:extLst>
          </p:cNvPr>
          <p:cNvSpPr>
            <a:spLocks noGrp="1"/>
          </p:cNvSpPr>
          <p:nvPr>
            <p:ph type="sldNum" sz="quarter" idx="12"/>
          </p:nvPr>
        </p:nvSpPr>
        <p:spPr/>
        <p:txBody>
          <a:bodyPr/>
          <a:lstStyle/>
          <a:p>
            <a:fld id="{BB1FDFCF-B060-448C-8DF3-BA5522B9079E}" type="slidenum">
              <a:rPr lang="en-IN" smtClean="0"/>
              <a:t>‹#›</a:t>
            </a:fld>
            <a:endParaRPr lang="en-IN"/>
          </a:p>
        </p:txBody>
      </p:sp>
    </p:spTree>
    <p:extLst>
      <p:ext uri="{BB962C8B-B14F-4D97-AF65-F5344CB8AC3E}">
        <p14:creationId xmlns:p14="http://schemas.microsoft.com/office/powerpoint/2010/main" val="647815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FB815-EC62-E829-9519-77F9B9CE12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892F8AF-A497-9F5A-9E91-3551860B8A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E9DCD49-58B0-6853-8D73-59685A0ACD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46AC00-991B-A19F-731B-082220AA6FEF}"/>
              </a:ext>
            </a:extLst>
          </p:cNvPr>
          <p:cNvSpPr>
            <a:spLocks noGrp="1"/>
          </p:cNvSpPr>
          <p:nvPr>
            <p:ph type="dt" sz="half" idx="10"/>
          </p:nvPr>
        </p:nvSpPr>
        <p:spPr/>
        <p:txBody>
          <a:bodyPr/>
          <a:lstStyle/>
          <a:p>
            <a:fld id="{B32D67AD-7818-4DD5-90BD-F8F746941E96}" type="datetimeFigureOut">
              <a:rPr lang="en-IN" smtClean="0"/>
              <a:t>10/04/25</a:t>
            </a:fld>
            <a:endParaRPr lang="en-IN"/>
          </a:p>
        </p:txBody>
      </p:sp>
      <p:sp>
        <p:nvSpPr>
          <p:cNvPr id="6" name="Footer Placeholder 5">
            <a:extLst>
              <a:ext uri="{FF2B5EF4-FFF2-40B4-BE49-F238E27FC236}">
                <a16:creationId xmlns:a16="http://schemas.microsoft.com/office/drawing/2014/main" id="{0F86CBEB-AAB1-8F47-7247-DAF9CC6348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52BA8F-599D-8A69-F598-94F679D8271A}"/>
              </a:ext>
            </a:extLst>
          </p:cNvPr>
          <p:cNvSpPr>
            <a:spLocks noGrp="1"/>
          </p:cNvSpPr>
          <p:nvPr>
            <p:ph type="sldNum" sz="quarter" idx="12"/>
          </p:nvPr>
        </p:nvSpPr>
        <p:spPr/>
        <p:txBody>
          <a:bodyPr/>
          <a:lstStyle/>
          <a:p>
            <a:fld id="{BB1FDFCF-B060-448C-8DF3-BA5522B9079E}" type="slidenum">
              <a:rPr lang="en-IN" smtClean="0"/>
              <a:t>‹#›</a:t>
            </a:fld>
            <a:endParaRPr lang="en-IN"/>
          </a:p>
        </p:txBody>
      </p:sp>
    </p:spTree>
    <p:extLst>
      <p:ext uri="{BB962C8B-B14F-4D97-AF65-F5344CB8AC3E}">
        <p14:creationId xmlns:p14="http://schemas.microsoft.com/office/powerpoint/2010/main" val="1371991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0A8B9-597D-C75D-24A0-3257D20FEF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13670D5-75EE-F040-BD2C-C0A0FD8DE2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F944587-17F3-CBD9-4D20-E310EACDC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E2C236-2ACE-947F-93FB-22331DFA4382}"/>
              </a:ext>
            </a:extLst>
          </p:cNvPr>
          <p:cNvSpPr>
            <a:spLocks noGrp="1"/>
          </p:cNvSpPr>
          <p:nvPr>
            <p:ph type="dt" sz="half" idx="10"/>
          </p:nvPr>
        </p:nvSpPr>
        <p:spPr/>
        <p:txBody>
          <a:bodyPr/>
          <a:lstStyle/>
          <a:p>
            <a:fld id="{B32D67AD-7818-4DD5-90BD-F8F746941E96}" type="datetimeFigureOut">
              <a:rPr lang="en-IN" smtClean="0"/>
              <a:t>10/04/25</a:t>
            </a:fld>
            <a:endParaRPr lang="en-IN"/>
          </a:p>
        </p:txBody>
      </p:sp>
      <p:sp>
        <p:nvSpPr>
          <p:cNvPr id="6" name="Footer Placeholder 5">
            <a:extLst>
              <a:ext uri="{FF2B5EF4-FFF2-40B4-BE49-F238E27FC236}">
                <a16:creationId xmlns:a16="http://schemas.microsoft.com/office/drawing/2014/main" id="{76E6C1B8-D2F2-76A1-84B3-386F065EE9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A8B4D0-98F9-C61A-C58C-4A3101BAAA76}"/>
              </a:ext>
            </a:extLst>
          </p:cNvPr>
          <p:cNvSpPr>
            <a:spLocks noGrp="1"/>
          </p:cNvSpPr>
          <p:nvPr>
            <p:ph type="sldNum" sz="quarter" idx="12"/>
          </p:nvPr>
        </p:nvSpPr>
        <p:spPr/>
        <p:txBody>
          <a:bodyPr/>
          <a:lstStyle/>
          <a:p>
            <a:fld id="{BB1FDFCF-B060-448C-8DF3-BA5522B9079E}" type="slidenum">
              <a:rPr lang="en-IN" smtClean="0"/>
              <a:t>‹#›</a:t>
            </a:fld>
            <a:endParaRPr lang="en-IN"/>
          </a:p>
        </p:txBody>
      </p:sp>
    </p:spTree>
    <p:extLst>
      <p:ext uri="{BB962C8B-B14F-4D97-AF65-F5344CB8AC3E}">
        <p14:creationId xmlns:p14="http://schemas.microsoft.com/office/powerpoint/2010/main" val="3319661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FC88-91BA-4AD9-5370-92606CA2ACD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642D01-A7B0-9F5F-8BF6-22935D1DE3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A7A5FB-E9F9-29E2-5525-D0F96153D642}"/>
              </a:ext>
            </a:extLst>
          </p:cNvPr>
          <p:cNvSpPr>
            <a:spLocks noGrp="1"/>
          </p:cNvSpPr>
          <p:nvPr>
            <p:ph type="dt" sz="half" idx="10"/>
          </p:nvPr>
        </p:nvSpPr>
        <p:spPr/>
        <p:txBody>
          <a:bodyPr/>
          <a:lstStyle/>
          <a:p>
            <a:fld id="{B32D67AD-7818-4DD5-90BD-F8F746941E96}" type="datetimeFigureOut">
              <a:rPr lang="en-IN" smtClean="0"/>
              <a:t>10/04/25</a:t>
            </a:fld>
            <a:endParaRPr lang="en-IN"/>
          </a:p>
        </p:txBody>
      </p:sp>
      <p:sp>
        <p:nvSpPr>
          <p:cNvPr id="5" name="Footer Placeholder 4">
            <a:extLst>
              <a:ext uri="{FF2B5EF4-FFF2-40B4-BE49-F238E27FC236}">
                <a16:creationId xmlns:a16="http://schemas.microsoft.com/office/drawing/2014/main" id="{574B6FBB-E287-2B38-C27A-F03A7AB4A2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97EBAD-5DA2-2E75-BD57-024EC32015D3}"/>
              </a:ext>
            </a:extLst>
          </p:cNvPr>
          <p:cNvSpPr>
            <a:spLocks noGrp="1"/>
          </p:cNvSpPr>
          <p:nvPr>
            <p:ph type="sldNum" sz="quarter" idx="12"/>
          </p:nvPr>
        </p:nvSpPr>
        <p:spPr/>
        <p:txBody>
          <a:bodyPr/>
          <a:lstStyle/>
          <a:p>
            <a:fld id="{BB1FDFCF-B060-448C-8DF3-BA5522B9079E}" type="slidenum">
              <a:rPr lang="en-IN" smtClean="0"/>
              <a:t>‹#›</a:t>
            </a:fld>
            <a:endParaRPr lang="en-IN"/>
          </a:p>
        </p:txBody>
      </p:sp>
    </p:spTree>
    <p:extLst>
      <p:ext uri="{BB962C8B-B14F-4D97-AF65-F5344CB8AC3E}">
        <p14:creationId xmlns:p14="http://schemas.microsoft.com/office/powerpoint/2010/main" val="1413672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ECAE5-A68D-2F84-8AF1-2DDC5A84857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00D7FA-F0B8-D870-180E-A9A38DF7A8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477BF1-8300-E366-C9BB-8F1B28B0DF34}"/>
              </a:ext>
            </a:extLst>
          </p:cNvPr>
          <p:cNvSpPr>
            <a:spLocks noGrp="1"/>
          </p:cNvSpPr>
          <p:nvPr>
            <p:ph type="dt" sz="half" idx="10"/>
          </p:nvPr>
        </p:nvSpPr>
        <p:spPr/>
        <p:txBody>
          <a:bodyPr/>
          <a:lstStyle/>
          <a:p>
            <a:fld id="{B32D67AD-7818-4DD5-90BD-F8F746941E96}" type="datetimeFigureOut">
              <a:rPr lang="en-IN" smtClean="0"/>
              <a:t>10/04/25</a:t>
            </a:fld>
            <a:endParaRPr lang="en-IN"/>
          </a:p>
        </p:txBody>
      </p:sp>
      <p:sp>
        <p:nvSpPr>
          <p:cNvPr id="5" name="Footer Placeholder 4">
            <a:extLst>
              <a:ext uri="{FF2B5EF4-FFF2-40B4-BE49-F238E27FC236}">
                <a16:creationId xmlns:a16="http://schemas.microsoft.com/office/drawing/2014/main" id="{18EEFA24-F016-434C-F633-0424F2EC06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645191-4A53-9688-E435-B05337BE200E}"/>
              </a:ext>
            </a:extLst>
          </p:cNvPr>
          <p:cNvSpPr>
            <a:spLocks noGrp="1"/>
          </p:cNvSpPr>
          <p:nvPr>
            <p:ph type="sldNum" sz="quarter" idx="12"/>
          </p:nvPr>
        </p:nvSpPr>
        <p:spPr/>
        <p:txBody>
          <a:bodyPr/>
          <a:lstStyle/>
          <a:p>
            <a:fld id="{BB1FDFCF-B060-448C-8DF3-BA5522B9079E}" type="slidenum">
              <a:rPr lang="en-IN" smtClean="0"/>
              <a:t>‹#›</a:t>
            </a:fld>
            <a:endParaRPr lang="en-IN"/>
          </a:p>
        </p:txBody>
      </p:sp>
    </p:spTree>
    <p:extLst>
      <p:ext uri="{BB962C8B-B14F-4D97-AF65-F5344CB8AC3E}">
        <p14:creationId xmlns:p14="http://schemas.microsoft.com/office/powerpoint/2010/main" val="587947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064918-E39D-1E67-F3D0-6818ABB4DC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B04D68-AAC3-4302-4E5E-A9F71C0120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CDD560-E30B-0F78-9A73-693B0B8051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2D67AD-7818-4DD5-90BD-F8F746941E96}" type="datetimeFigureOut">
              <a:rPr lang="en-IN" smtClean="0"/>
              <a:t>10/04/25</a:t>
            </a:fld>
            <a:endParaRPr lang="en-IN"/>
          </a:p>
        </p:txBody>
      </p:sp>
      <p:sp>
        <p:nvSpPr>
          <p:cNvPr id="5" name="Footer Placeholder 4">
            <a:extLst>
              <a:ext uri="{FF2B5EF4-FFF2-40B4-BE49-F238E27FC236}">
                <a16:creationId xmlns:a16="http://schemas.microsoft.com/office/drawing/2014/main" id="{A0C91B31-7CB3-8525-263A-AFFC4AA03E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FCF62FE-11D7-B88C-DAC4-C1082BD3E9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1FDFCF-B060-448C-8DF3-BA5522B9079E}" type="slidenum">
              <a:rPr lang="en-IN" smtClean="0"/>
              <a:t>‹#›</a:t>
            </a:fld>
            <a:endParaRPr lang="en-IN"/>
          </a:p>
        </p:txBody>
      </p:sp>
    </p:spTree>
    <p:extLst>
      <p:ext uri="{BB962C8B-B14F-4D97-AF65-F5344CB8AC3E}">
        <p14:creationId xmlns:p14="http://schemas.microsoft.com/office/powerpoint/2010/main" val="2530155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hyperlink" Target="https://pypi.org/project/gdown/" TargetMode="External"/><Relationship Id="rId3" Type="http://schemas.openxmlformats.org/officeDocument/2006/relationships/image" Target="../media/image1.png"/><Relationship Id="rId7" Type="http://schemas.openxmlformats.org/officeDocument/2006/relationships/hyperlink" Target="https://ipython.readthedocs.io/en/stabl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docs.aws.amazon.com/s3/" TargetMode="External"/><Relationship Id="rId5" Type="http://schemas.openxmlformats.org/officeDocument/2006/relationships/hyperlink" Target="https://docs.ultralytics.com/" TargetMode="External"/><Relationship Id="rId4" Type="http://schemas.openxmlformats.org/officeDocument/2006/relationships/hyperlink" Target="https://app.roboflow.com/capstone-rs6up/english-sentences-pomoo-ojjql/browse?queryText=&amp;pageSize=50&amp;startingIndex=0&amp;browseQuery=true"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21C3FE0-0DA0-96FA-9407-A3C444396AEB}"/>
              </a:ext>
            </a:extLst>
          </p:cNvPr>
          <p:cNvSpPr txBox="1"/>
          <p:nvPr/>
        </p:nvSpPr>
        <p:spPr>
          <a:xfrm>
            <a:off x="355596" y="3503483"/>
            <a:ext cx="12122559" cy="1877437"/>
          </a:xfrm>
          <a:prstGeom prst="rect">
            <a:avLst/>
          </a:prstGeom>
          <a:noFill/>
        </p:spPr>
        <p:txBody>
          <a:bodyPr wrap="square" rtlCol="0" anchor="ctr">
            <a:spAutoFit/>
          </a:bodyPr>
          <a:lstStyle/>
          <a:p>
            <a:r>
              <a:rPr lang="en-US" altLang="ko-KR" sz="3200" dirty="0">
                <a:latin typeface="Times New Roman" pitchFamily="18" charset="0"/>
                <a:cs typeface="Times New Roman" pitchFamily="18" charset="0"/>
              </a:rPr>
              <a:t>Presented by :- </a:t>
            </a:r>
            <a:r>
              <a:rPr lang="en-US" altLang="ko-KR" sz="3200" dirty="0" err="1">
                <a:latin typeface="Times New Roman" pitchFamily="18" charset="0"/>
                <a:cs typeface="Times New Roman" pitchFamily="18" charset="0"/>
              </a:rPr>
              <a:t>Preet.T.Patel</a:t>
            </a:r>
            <a:r>
              <a:rPr lang="en-US" altLang="ko-KR" sz="3200" dirty="0">
                <a:latin typeface="Times New Roman" pitchFamily="18" charset="0"/>
                <a:cs typeface="Times New Roman" pitchFamily="18" charset="0"/>
              </a:rPr>
              <a:t>, </a:t>
            </a:r>
            <a:r>
              <a:rPr lang="en-IN" sz="3200" dirty="0" err="1"/>
              <a:t>Padhmanabh</a:t>
            </a:r>
            <a:r>
              <a:rPr lang="en-IN" sz="3200" dirty="0"/>
              <a:t> </a:t>
            </a:r>
            <a:r>
              <a:rPr lang="en-IN" sz="3200" dirty="0" err="1"/>
              <a:t>Wanikar</a:t>
            </a:r>
            <a:r>
              <a:rPr lang="en-IN" sz="3200" dirty="0"/>
              <a:t>, Krunal </a:t>
            </a:r>
            <a:r>
              <a:rPr lang="en-IN" sz="3200" dirty="0" err="1"/>
              <a:t>Dhapodkar</a:t>
            </a:r>
            <a:endParaRPr lang="en-US" altLang="ko-KR" sz="3200" dirty="0">
              <a:latin typeface="Times New Roman" pitchFamily="18" charset="0"/>
              <a:cs typeface="Times New Roman" pitchFamily="18" charset="0"/>
            </a:endParaRPr>
          </a:p>
          <a:p>
            <a:r>
              <a:rPr lang="en-US" altLang="ko-KR" sz="3200" dirty="0">
                <a:latin typeface="Times New Roman" pitchFamily="18" charset="0"/>
                <a:cs typeface="Times New Roman" pitchFamily="18" charset="0"/>
              </a:rPr>
              <a:t>Sem: VI-C,A,A</a:t>
            </a:r>
          </a:p>
          <a:p>
            <a:r>
              <a:rPr lang="en-US" altLang="ko-KR" sz="3200" dirty="0">
                <a:latin typeface="Times New Roman" pitchFamily="18" charset="0"/>
                <a:cs typeface="Times New Roman" pitchFamily="18" charset="0"/>
              </a:rPr>
              <a:t>PRN:-2207051088, 22070521058,22070521006</a:t>
            </a:r>
          </a:p>
          <a:p>
            <a:pPr algn="ctr"/>
            <a:endParaRPr lang="en-US" altLang="ko-KR" sz="2000" dirty="0">
              <a:solidFill>
                <a:srgbClr val="000099"/>
              </a:solidFill>
              <a:latin typeface="Times New Roman" pitchFamily="18" charset="0"/>
              <a:cs typeface="Times New Roman" pitchFamily="18" charset="0"/>
            </a:endParaRPr>
          </a:p>
        </p:txBody>
      </p:sp>
      <p:grpSp>
        <p:nvGrpSpPr>
          <p:cNvPr id="8" name="Group 7">
            <a:extLst>
              <a:ext uri="{FF2B5EF4-FFF2-40B4-BE49-F238E27FC236}">
                <a16:creationId xmlns:a16="http://schemas.microsoft.com/office/drawing/2014/main" id="{03C2682C-0F20-A07A-69E6-7D9BD3ECBFFF}"/>
              </a:ext>
            </a:extLst>
          </p:cNvPr>
          <p:cNvGrpSpPr/>
          <p:nvPr/>
        </p:nvGrpSpPr>
        <p:grpSpPr>
          <a:xfrm>
            <a:off x="64766" y="6376649"/>
            <a:ext cx="12192000" cy="476250"/>
            <a:chOff x="0" y="6381750"/>
            <a:chExt cx="12192000" cy="476250"/>
          </a:xfrm>
          <a:solidFill>
            <a:srgbClr val="C00000"/>
          </a:solidFill>
        </p:grpSpPr>
        <p:sp>
          <p:nvSpPr>
            <p:cNvPr id="9" name="Rectangle 8">
              <a:extLst>
                <a:ext uri="{FF2B5EF4-FFF2-40B4-BE49-F238E27FC236}">
                  <a16:creationId xmlns:a16="http://schemas.microsoft.com/office/drawing/2014/main" id="{FB8FD903-A642-EA18-0B9C-914F44415A88}"/>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10" name="Group 9">
              <a:extLst>
                <a:ext uri="{FF2B5EF4-FFF2-40B4-BE49-F238E27FC236}">
                  <a16:creationId xmlns:a16="http://schemas.microsoft.com/office/drawing/2014/main" id="{6E8BF3B1-DE78-3680-A64C-1746F08521E7}"/>
                </a:ext>
              </a:extLst>
            </p:cNvPr>
            <p:cNvGrpSpPr/>
            <p:nvPr/>
          </p:nvGrpSpPr>
          <p:grpSpPr>
            <a:xfrm>
              <a:off x="160089" y="6467143"/>
              <a:ext cx="4087748" cy="273466"/>
              <a:chOff x="4366684" y="2926127"/>
              <a:chExt cx="3278335" cy="2571063"/>
            </a:xfrm>
            <a:grpFill/>
          </p:grpSpPr>
          <p:sp>
            <p:nvSpPr>
              <p:cNvPr id="11" name="Freeform: Shape 4">
                <a:extLst>
                  <a:ext uri="{FF2B5EF4-FFF2-40B4-BE49-F238E27FC236}">
                    <a16:creationId xmlns:a16="http://schemas.microsoft.com/office/drawing/2014/main" id="{99DDF5E4-3E0B-0C30-AF65-73BA1B6BAEC4}"/>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 name="Freeform: Shape 5">
                <a:extLst>
                  <a:ext uri="{FF2B5EF4-FFF2-40B4-BE49-F238E27FC236}">
                    <a16:creationId xmlns:a16="http://schemas.microsoft.com/office/drawing/2014/main" id="{E7AD098F-FD2D-2E38-90EF-F9DC4F04334A}"/>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3" name="Freeform: Shape 6">
                <a:extLst>
                  <a:ext uri="{FF2B5EF4-FFF2-40B4-BE49-F238E27FC236}">
                    <a16:creationId xmlns:a16="http://schemas.microsoft.com/office/drawing/2014/main" id="{608D22A1-02AA-F469-19FB-F01F6D80BEA7}"/>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4" name="Freeform: Shape 7">
                <a:extLst>
                  <a:ext uri="{FF2B5EF4-FFF2-40B4-BE49-F238E27FC236}">
                    <a16:creationId xmlns:a16="http://schemas.microsoft.com/office/drawing/2014/main" id="{D2560C51-32AC-4E7C-81B8-F86A150CEAB7}"/>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5" name="Freeform: Shape 8">
                <a:extLst>
                  <a:ext uri="{FF2B5EF4-FFF2-40B4-BE49-F238E27FC236}">
                    <a16:creationId xmlns:a16="http://schemas.microsoft.com/office/drawing/2014/main" id="{D220A45F-E6B6-5B14-E93E-BB1C446AB395}"/>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6" name="Freeform: Shape 9">
                <a:extLst>
                  <a:ext uri="{FF2B5EF4-FFF2-40B4-BE49-F238E27FC236}">
                    <a16:creationId xmlns:a16="http://schemas.microsoft.com/office/drawing/2014/main" id="{86DBFB96-EA8F-E653-86BC-77650D676123}"/>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7" name="Freeform: Shape 10">
                <a:extLst>
                  <a:ext uri="{FF2B5EF4-FFF2-40B4-BE49-F238E27FC236}">
                    <a16:creationId xmlns:a16="http://schemas.microsoft.com/office/drawing/2014/main" id="{E608C89B-EE8B-599A-685E-F960DA11135C}"/>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8" name="Freeform: Shape 11">
                <a:extLst>
                  <a:ext uri="{FF2B5EF4-FFF2-40B4-BE49-F238E27FC236}">
                    <a16:creationId xmlns:a16="http://schemas.microsoft.com/office/drawing/2014/main" id="{98B47994-C8F1-1EC8-747F-3ABD2908CC7E}"/>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9" name="Freeform: Shape 12">
                <a:extLst>
                  <a:ext uri="{FF2B5EF4-FFF2-40B4-BE49-F238E27FC236}">
                    <a16:creationId xmlns:a16="http://schemas.microsoft.com/office/drawing/2014/main" id="{902C888A-7FD5-AC33-6493-54582810525F}"/>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0" name="Freeform: Shape 13">
                <a:extLst>
                  <a:ext uri="{FF2B5EF4-FFF2-40B4-BE49-F238E27FC236}">
                    <a16:creationId xmlns:a16="http://schemas.microsoft.com/office/drawing/2014/main" id="{41C2D975-259B-E807-15A5-B30FDE78809E}"/>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1" name="Freeform: Shape 14">
                <a:extLst>
                  <a:ext uri="{FF2B5EF4-FFF2-40B4-BE49-F238E27FC236}">
                    <a16:creationId xmlns:a16="http://schemas.microsoft.com/office/drawing/2014/main" id="{1378A871-272F-B67B-A125-2F8ACC859322}"/>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2" name="Freeform: Shape 15">
                <a:extLst>
                  <a:ext uri="{FF2B5EF4-FFF2-40B4-BE49-F238E27FC236}">
                    <a16:creationId xmlns:a16="http://schemas.microsoft.com/office/drawing/2014/main" id="{51528530-3B2A-4A3C-AA06-F1CC8F2530F0}"/>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3" name="Freeform: Shape 16">
                <a:extLst>
                  <a:ext uri="{FF2B5EF4-FFF2-40B4-BE49-F238E27FC236}">
                    <a16:creationId xmlns:a16="http://schemas.microsoft.com/office/drawing/2014/main" id="{E3CC4CD6-A37B-8FFC-7E93-F0DBCD1C2E3C}"/>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4" name="Freeform: Shape 17">
                <a:extLst>
                  <a:ext uri="{FF2B5EF4-FFF2-40B4-BE49-F238E27FC236}">
                    <a16:creationId xmlns:a16="http://schemas.microsoft.com/office/drawing/2014/main" id="{A76F6771-558C-8736-F8C8-E15EA39161F0}"/>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5" name="Freeform: Shape 18">
                <a:extLst>
                  <a:ext uri="{FF2B5EF4-FFF2-40B4-BE49-F238E27FC236}">
                    <a16:creationId xmlns:a16="http://schemas.microsoft.com/office/drawing/2014/main" id="{8B3FAAF5-53F7-C777-C0DE-6AD57E5A2A3B}"/>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6" name="Freeform: Shape 19">
                <a:extLst>
                  <a:ext uri="{FF2B5EF4-FFF2-40B4-BE49-F238E27FC236}">
                    <a16:creationId xmlns:a16="http://schemas.microsoft.com/office/drawing/2014/main" id="{FD21225F-C63E-21D5-967F-2565161B9438}"/>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7" name="Freeform: Shape 20">
                <a:extLst>
                  <a:ext uri="{FF2B5EF4-FFF2-40B4-BE49-F238E27FC236}">
                    <a16:creationId xmlns:a16="http://schemas.microsoft.com/office/drawing/2014/main" id="{7B748F0C-72B1-D1E6-03CC-5A9B630A3114}"/>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8" name="Freeform: Shape 21">
                <a:extLst>
                  <a:ext uri="{FF2B5EF4-FFF2-40B4-BE49-F238E27FC236}">
                    <a16:creationId xmlns:a16="http://schemas.microsoft.com/office/drawing/2014/main" id="{44587755-7327-6B4A-6E8E-0CC530CB60DA}"/>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9" name="Freeform: Shape 22">
                <a:extLst>
                  <a:ext uri="{FF2B5EF4-FFF2-40B4-BE49-F238E27FC236}">
                    <a16:creationId xmlns:a16="http://schemas.microsoft.com/office/drawing/2014/main" id="{98E12B5E-9AAC-9271-E1A4-9173D82C48DE}"/>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0" name="Freeform: Shape 23">
                <a:extLst>
                  <a:ext uri="{FF2B5EF4-FFF2-40B4-BE49-F238E27FC236}">
                    <a16:creationId xmlns:a16="http://schemas.microsoft.com/office/drawing/2014/main" id="{5F4E96AA-A732-2BA9-5D1F-BFC4258BF1D2}"/>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1" name="Freeform: Shape 24">
                <a:extLst>
                  <a:ext uri="{FF2B5EF4-FFF2-40B4-BE49-F238E27FC236}">
                    <a16:creationId xmlns:a16="http://schemas.microsoft.com/office/drawing/2014/main" id="{3686E8A3-178E-8093-5C7D-831403571C0F}"/>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2" name="Freeform: Shape 25">
                <a:extLst>
                  <a:ext uri="{FF2B5EF4-FFF2-40B4-BE49-F238E27FC236}">
                    <a16:creationId xmlns:a16="http://schemas.microsoft.com/office/drawing/2014/main" id="{684A1863-8303-6477-C429-C3BEED6C04E1}"/>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3" name="Freeform: Shape 26">
                <a:extLst>
                  <a:ext uri="{FF2B5EF4-FFF2-40B4-BE49-F238E27FC236}">
                    <a16:creationId xmlns:a16="http://schemas.microsoft.com/office/drawing/2014/main" id="{D1FA6BF0-3EDD-3965-9B67-07C39637451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4" name="Freeform: Shape 27">
                <a:extLst>
                  <a:ext uri="{FF2B5EF4-FFF2-40B4-BE49-F238E27FC236}">
                    <a16:creationId xmlns:a16="http://schemas.microsoft.com/office/drawing/2014/main" id="{750C68B8-31CC-D42B-D8E2-8E596E81C089}"/>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5" name="Freeform: Shape 28">
                <a:extLst>
                  <a:ext uri="{FF2B5EF4-FFF2-40B4-BE49-F238E27FC236}">
                    <a16:creationId xmlns:a16="http://schemas.microsoft.com/office/drawing/2014/main" id="{851D221A-9EAA-0335-D092-A751BFCC719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6" name="Freeform: Shape 29">
                <a:extLst>
                  <a:ext uri="{FF2B5EF4-FFF2-40B4-BE49-F238E27FC236}">
                    <a16:creationId xmlns:a16="http://schemas.microsoft.com/office/drawing/2014/main" id="{07607E04-EDA4-CAF1-C7B0-E8ACF9C2B5CD}"/>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7" name="Freeform: Shape 30">
                <a:extLst>
                  <a:ext uri="{FF2B5EF4-FFF2-40B4-BE49-F238E27FC236}">
                    <a16:creationId xmlns:a16="http://schemas.microsoft.com/office/drawing/2014/main" id="{2E5B5BE1-29C8-3B45-09DD-037515500343}"/>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8" name="Freeform: Shape 31">
                <a:extLst>
                  <a:ext uri="{FF2B5EF4-FFF2-40B4-BE49-F238E27FC236}">
                    <a16:creationId xmlns:a16="http://schemas.microsoft.com/office/drawing/2014/main" id="{721F7787-8247-2F30-47AC-91DA1E916BEC}"/>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9" name="Freeform: Shape 32">
                <a:extLst>
                  <a:ext uri="{FF2B5EF4-FFF2-40B4-BE49-F238E27FC236}">
                    <a16:creationId xmlns:a16="http://schemas.microsoft.com/office/drawing/2014/main" id="{5180E405-BD42-2BE9-FC69-4EA410A4C98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0" name="Freeform: Shape 33">
                <a:extLst>
                  <a:ext uri="{FF2B5EF4-FFF2-40B4-BE49-F238E27FC236}">
                    <a16:creationId xmlns:a16="http://schemas.microsoft.com/office/drawing/2014/main" id="{2D6AD0D1-201B-42BE-3C1F-C272FA42CC5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1" name="Freeform: Shape 34">
                <a:extLst>
                  <a:ext uri="{FF2B5EF4-FFF2-40B4-BE49-F238E27FC236}">
                    <a16:creationId xmlns:a16="http://schemas.microsoft.com/office/drawing/2014/main" id="{2B3FDA90-0C41-9DD8-D260-035042DC080C}"/>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2" name="Freeform: Shape 35">
                <a:extLst>
                  <a:ext uri="{FF2B5EF4-FFF2-40B4-BE49-F238E27FC236}">
                    <a16:creationId xmlns:a16="http://schemas.microsoft.com/office/drawing/2014/main" id="{4B95729F-E471-74C6-CD0D-3F57EF092239}"/>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3" name="Freeform: Shape 36">
                <a:extLst>
                  <a:ext uri="{FF2B5EF4-FFF2-40B4-BE49-F238E27FC236}">
                    <a16:creationId xmlns:a16="http://schemas.microsoft.com/office/drawing/2014/main" id="{AABA6D87-9800-E895-2800-2FA84BCC486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4" name="Freeform: Shape 37">
                <a:extLst>
                  <a:ext uri="{FF2B5EF4-FFF2-40B4-BE49-F238E27FC236}">
                    <a16:creationId xmlns:a16="http://schemas.microsoft.com/office/drawing/2014/main" id="{272D6C99-765D-EF54-C6E3-1324AEC8E875}"/>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5" name="Freeform: Shape 38">
                <a:extLst>
                  <a:ext uri="{FF2B5EF4-FFF2-40B4-BE49-F238E27FC236}">
                    <a16:creationId xmlns:a16="http://schemas.microsoft.com/office/drawing/2014/main" id="{09C654BF-EB57-59DA-4918-DFD032410466}"/>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46" name="Group 45">
            <a:extLst>
              <a:ext uri="{FF2B5EF4-FFF2-40B4-BE49-F238E27FC236}">
                <a16:creationId xmlns:a16="http://schemas.microsoft.com/office/drawing/2014/main" id="{4012BF80-4BF3-E383-B79C-9E4071923800}"/>
              </a:ext>
            </a:extLst>
          </p:cNvPr>
          <p:cNvGrpSpPr/>
          <p:nvPr/>
        </p:nvGrpSpPr>
        <p:grpSpPr>
          <a:xfrm>
            <a:off x="450920" y="6490548"/>
            <a:ext cx="4247655" cy="273466"/>
            <a:chOff x="4366684" y="2926127"/>
            <a:chExt cx="3278335" cy="2571063"/>
          </a:xfrm>
        </p:grpSpPr>
        <p:sp>
          <p:nvSpPr>
            <p:cNvPr id="47" name="Freeform: Shape 4">
              <a:extLst>
                <a:ext uri="{FF2B5EF4-FFF2-40B4-BE49-F238E27FC236}">
                  <a16:creationId xmlns:a16="http://schemas.microsoft.com/office/drawing/2014/main" id="{E6F3836D-D8F2-4858-7BE0-043292F874F9}"/>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8" name="Freeform: Shape 5">
              <a:extLst>
                <a:ext uri="{FF2B5EF4-FFF2-40B4-BE49-F238E27FC236}">
                  <a16:creationId xmlns:a16="http://schemas.microsoft.com/office/drawing/2014/main" id="{474AF1CC-F2FA-901D-E9F2-FD2C516197D4}"/>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9" name="Freeform: Shape 6">
              <a:extLst>
                <a:ext uri="{FF2B5EF4-FFF2-40B4-BE49-F238E27FC236}">
                  <a16:creationId xmlns:a16="http://schemas.microsoft.com/office/drawing/2014/main" id="{9CD61D72-1626-B89D-CEE9-0BB7AC5B39E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0" name="Freeform: Shape 7">
              <a:extLst>
                <a:ext uri="{FF2B5EF4-FFF2-40B4-BE49-F238E27FC236}">
                  <a16:creationId xmlns:a16="http://schemas.microsoft.com/office/drawing/2014/main" id="{303B91CB-2E4F-B43C-372C-638A01FAFBD3}"/>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1" name="Freeform: Shape 8">
              <a:extLst>
                <a:ext uri="{FF2B5EF4-FFF2-40B4-BE49-F238E27FC236}">
                  <a16:creationId xmlns:a16="http://schemas.microsoft.com/office/drawing/2014/main" id="{CB57E502-9E1E-39D5-3DC3-5979A3E2ABA4}"/>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2" name="Freeform: Shape 9">
              <a:extLst>
                <a:ext uri="{FF2B5EF4-FFF2-40B4-BE49-F238E27FC236}">
                  <a16:creationId xmlns:a16="http://schemas.microsoft.com/office/drawing/2014/main" id="{8D76944E-3BFF-5477-00D0-87B3F801E33F}"/>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3" name="Freeform: Shape 10">
              <a:extLst>
                <a:ext uri="{FF2B5EF4-FFF2-40B4-BE49-F238E27FC236}">
                  <a16:creationId xmlns:a16="http://schemas.microsoft.com/office/drawing/2014/main" id="{F4067164-ED0D-8770-15CD-1496F65771F7}"/>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4" name="Freeform: Shape 11">
              <a:extLst>
                <a:ext uri="{FF2B5EF4-FFF2-40B4-BE49-F238E27FC236}">
                  <a16:creationId xmlns:a16="http://schemas.microsoft.com/office/drawing/2014/main" id="{1192AD79-81DF-1E55-204F-CF51E9151279}"/>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5" name="Freeform: Shape 12">
              <a:extLst>
                <a:ext uri="{FF2B5EF4-FFF2-40B4-BE49-F238E27FC236}">
                  <a16:creationId xmlns:a16="http://schemas.microsoft.com/office/drawing/2014/main" id="{825D4632-5195-E281-3E4C-57245623EB9A}"/>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6" name="Freeform: Shape 13">
              <a:extLst>
                <a:ext uri="{FF2B5EF4-FFF2-40B4-BE49-F238E27FC236}">
                  <a16:creationId xmlns:a16="http://schemas.microsoft.com/office/drawing/2014/main" id="{DDB07284-63C4-3E3B-C5F0-7F723B3479AB}"/>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7" name="Freeform: Shape 14">
              <a:extLst>
                <a:ext uri="{FF2B5EF4-FFF2-40B4-BE49-F238E27FC236}">
                  <a16:creationId xmlns:a16="http://schemas.microsoft.com/office/drawing/2014/main" id="{968AA318-CCA7-1CD1-D093-841E90E021F4}"/>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8" name="Freeform: Shape 15">
              <a:extLst>
                <a:ext uri="{FF2B5EF4-FFF2-40B4-BE49-F238E27FC236}">
                  <a16:creationId xmlns:a16="http://schemas.microsoft.com/office/drawing/2014/main" id="{25D26DA0-262B-1575-E10A-868F69298018}"/>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9" name="Freeform: Shape 16">
              <a:extLst>
                <a:ext uri="{FF2B5EF4-FFF2-40B4-BE49-F238E27FC236}">
                  <a16:creationId xmlns:a16="http://schemas.microsoft.com/office/drawing/2014/main" id="{4B0CCB7C-7C25-2E08-62C7-B8074CB98AA0}"/>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0" name="Freeform: Shape 17">
              <a:extLst>
                <a:ext uri="{FF2B5EF4-FFF2-40B4-BE49-F238E27FC236}">
                  <a16:creationId xmlns:a16="http://schemas.microsoft.com/office/drawing/2014/main" id="{09323786-0C50-D889-3EE0-FE877DAE1163}"/>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1" name="Freeform: Shape 18">
              <a:extLst>
                <a:ext uri="{FF2B5EF4-FFF2-40B4-BE49-F238E27FC236}">
                  <a16:creationId xmlns:a16="http://schemas.microsoft.com/office/drawing/2014/main" id="{F50C6C77-A050-5D3C-4CA5-BB4230EAF1FA}"/>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2" name="Freeform: Shape 19">
              <a:extLst>
                <a:ext uri="{FF2B5EF4-FFF2-40B4-BE49-F238E27FC236}">
                  <a16:creationId xmlns:a16="http://schemas.microsoft.com/office/drawing/2014/main" id="{1C236E7B-0B99-7717-3E98-B735C8BFAE0A}"/>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3" name="Freeform: Shape 20">
              <a:extLst>
                <a:ext uri="{FF2B5EF4-FFF2-40B4-BE49-F238E27FC236}">
                  <a16:creationId xmlns:a16="http://schemas.microsoft.com/office/drawing/2014/main" id="{FBA13F6E-E14E-7D1A-3085-310AA7E79FD6}"/>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4" name="Freeform: Shape 21">
              <a:extLst>
                <a:ext uri="{FF2B5EF4-FFF2-40B4-BE49-F238E27FC236}">
                  <a16:creationId xmlns:a16="http://schemas.microsoft.com/office/drawing/2014/main" id="{B684EA18-91FD-FFEF-1269-7548101E6C01}"/>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5" name="Freeform: Shape 22">
              <a:extLst>
                <a:ext uri="{FF2B5EF4-FFF2-40B4-BE49-F238E27FC236}">
                  <a16:creationId xmlns:a16="http://schemas.microsoft.com/office/drawing/2014/main" id="{86EA1EBF-B402-A245-4356-F60ADB8FA289}"/>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6" name="Freeform: Shape 23">
              <a:extLst>
                <a:ext uri="{FF2B5EF4-FFF2-40B4-BE49-F238E27FC236}">
                  <a16:creationId xmlns:a16="http://schemas.microsoft.com/office/drawing/2014/main" id="{E3A96575-8B17-D93B-13BC-207F0D68F3C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7" name="Freeform: Shape 24">
              <a:extLst>
                <a:ext uri="{FF2B5EF4-FFF2-40B4-BE49-F238E27FC236}">
                  <a16:creationId xmlns:a16="http://schemas.microsoft.com/office/drawing/2014/main" id="{C83EF04B-B8F4-088C-A194-9697A07CD369}"/>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8" name="Freeform: Shape 25">
              <a:extLst>
                <a:ext uri="{FF2B5EF4-FFF2-40B4-BE49-F238E27FC236}">
                  <a16:creationId xmlns:a16="http://schemas.microsoft.com/office/drawing/2014/main" id="{6D567010-FE87-8A5D-FBEB-C377946BA92E}"/>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9" name="Freeform: Shape 26">
              <a:extLst>
                <a:ext uri="{FF2B5EF4-FFF2-40B4-BE49-F238E27FC236}">
                  <a16:creationId xmlns:a16="http://schemas.microsoft.com/office/drawing/2014/main" id="{F4175496-B904-BC52-DEDF-3D159228C792}"/>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0" name="Freeform: Shape 27">
              <a:extLst>
                <a:ext uri="{FF2B5EF4-FFF2-40B4-BE49-F238E27FC236}">
                  <a16:creationId xmlns:a16="http://schemas.microsoft.com/office/drawing/2014/main" id="{EC8A9F7F-A8EB-1E11-40D2-4AE74B267C61}"/>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1" name="Freeform: Shape 28">
              <a:extLst>
                <a:ext uri="{FF2B5EF4-FFF2-40B4-BE49-F238E27FC236}">
                  <a16:creationId xmlns:a16="http://schemas.microsoft.com/office/drawing/2014/main" id="{530E59C3-4C52-6A57-FC54-ED1DE928E1DD}"/>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2" name="Freeform: Shape 29">
              <a:extLst>
                <a:ext uri="{FF2B5EF4-FFF2-40B4-BE49-F238E27FC236}">
                  <a16:creationId xmlns:a16="http://schemas.microsoft.com/office/drawing/2014/main" id="{B695A1AE-4C86-5CA7-AE57-918CCFBBAE80}"/>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3" name="Freeform: Shape 30">
              <a:extLst>
                <a:ext uri="{FF2B5EF4-FFF2-40B4-BE49-F238E27FC236}">
                  <a16:creationId xmlns:a16="http://schemas.microsoft.com/office/drawing/2014/main" id="{4E4E6D88-291D-DFD8-D946-6BE6C0648DE2}"/>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4" name="Freeform: Shape 31">
              <a:extLst>
                <a:ext uri="{FF2B5EF4-FFF2-40B4-BE49-F238E27FC236}">
                  <a16:creationId xmlns:a16="http://schemas.microsoft.com/office/drawing/2014/main" id="{C6DE0356-F134-B0E2-B6A4-C607B0C75CA7}"/>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5" name="Freeform: Shape 32">
              <a:extLst>
                <a:ext uri="{FF2B5EF4-FFF2-40B4-BE49-F238E27FC236}">
                  <a16:creationId xmlns:a16="http://schemas.microsoft.com/office/drawing/2014/main" id="{3C61DCDC-10D6-4351-5E5C-B7EE8AC6671D}"/>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6" name="Freeform: Shape 33">
              <a:extLst>
                <a:ext uri="{FF2B5EF4-FFF2-40B4-BE49-F238E27FC236}">
                  <a16:creationId xmlns:a16="http://schemas.microsoft.com/office/drawing/2014/main" id="{C62630CB-5706-890D-8A16-44799C1D0AE9}"/>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7" name="Freeform: Shape 34">
              <a:extLst>
                <a:ext uri="{FF2B5EF4-FFF2-40B4-BE49-F238E27FC236}">
                  <a16:creationId xmlns:a16="http://schemas.microsoft.com/office/drawing/2014/main" id="{E4059BFE-CC05-C680-2086-C0E93AF21445}"/>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8" name="Freeform: Shape 35">
              <a:extLst>
                <a:ext uri="{FF2B5EF4-FFF2-40B4-BE49-F238E27FC236}">
                  <a16:creationId xmlns:a16="http://schemas.microsoft.com/office/drawing/2014/main" id="{F453BAE9-AC4A-B64D-B144-116068AC026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9" name="Freeform: Shape 36">
              <a:extLst>
                <a:ext uri="{FF2B5EF4-FFF2-40B4-BE49-F238E27FC236}">
                  <a16:creationId xmlns:a16="http://schemas.microsoft.com/office/drawing/2014/main" id="{331045AD-6A32-ACBE-5D4A-090F014694CC}"/>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80" name="Freeform: Shape 37">
              <a:extLst>
                <a:ext uri="{FF2B5EF4-FFF2-40B4-BE49-F238E27FC236}">
                  <a16:creationId xmlns:a16="http://schemas.microsoft.com/office/drawing/2014/main" id="{998BEEA7-7491-2DD9-CB33-534B5545838A}"/>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81" name="Freeform: Shape 38">
              <a:extLst>
                <a:ext uri="{FF2B5EF4-FFF2-40B4-BE49-F238E27FC236}">
                  <a16:creationId xmlns:a16="http://schemas.microsoft.com/office/drawing/2014/main" id="{7CE6A202-A956-D9C9-756D-6389F5D1A981}"/>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grpSp>
        <p:nvGrpSpPr>
          <p:cNvPr id="83" name="Group 82">
            <a:extLst>
              <a:ext uri="{FF2B5EF4-FFF2-40B4-BE49-F238E27FC236}">
                <a16:creationId xmlns:a16="http://schemas.microsoft.com/office/drawing/2014/main" id="{2FB99858-EA23-4110-441C-9B3CE1D00A81}"/>
              </a:ext>
            </a:extLst>
          </p:cNvPr>
          <p:cNvGrpSpPr/>
          <p:nvPr/>
        </p:nvGrpSpPr>
        <p:grpSpPr>
          <a:xfrm>
            <a:off x="4815395" y="6382131"/>
            <a:ext cx="7369479" cy="465286"/>
            <a:chOff x="4817758" y="6382984"/>
            <a:chExt cx="7369479" cy="465286"/>
          </a:xfrm>
        </p:grpSpPr>
        <p:sp>
          <p:nvSpPr>
            <p:cNvPr id="84" name="Rectangle 83">
              <a:extLst>
                <a:ext uri="{FF2B5EF4-FFF2-40B4-BE49-F238E27FC236}">
                  <a16:creationId xmlns:a16="http://schemas.microsoft.com/office/drawing/2014/main" id="{E35FF48C-4E1A-F31E-1311-DB34C1F7A3CE}"/>
                </a:ext>
              </a:extLst>
            </p:cNvPr>
            <p:cNvSpPr/>
            <p:nvPr/>
          </p:nvSpPr>
          <p:spPr>
            <a:xfrm>
              <a:off x="4817758" y="6382984"/>
              <a:ext cx="7369479" cy="4652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5" name="Picture 84">
              <a:extLst>
                <a:ext uri="{FF2B5EF4-FFF2-40B4-BE49-F238E27FC236}">
                  <a16:creationId xmlns:a16="http://schemas.microsoft.com/office/drawing/2014/main" id="{E477A98B-E4AF-DC03-E3A8-1EA81EA5E2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3655" y="6397831"/>
              <a:ext cx="7281503" cy="417465"/>
            </a:xfrm>
            <a:prstGeom prst="rect">
              <a:avLst/>
            </a:prstGeom>
            <a:ln>
              <a:solidFill>
                <a:schemeClr val="bg1"/>
              </a:solidFill>
            </a:ln>
          </p:spPr>
        </p:pic>
      </p:grpSp>
      <p:sp>
        <p:nvSpPr>
          <p:cNvPr id="86" name="Slide Number Placeholder 9">
            <a:extLst>
              <a:ext uri="{FF2B5EF4-FFF2-40B4-BE49-F238E27FC236}">
                <a16:creationId xmlns:a16="http://schemas.microsoft.com/office/drawing/2014/main" id="{B7C0D5F8-3573-381F-7D91-4F510659323B}"/>
              </a:ext>
            </a:extLst>
          </p:cNvPr>
          <p:cNvSpPr>
            <a:spLocks noGrp="1"/>
          </p:cNvSpPr>
          <p:nvPr>
            <p:ph type="sldNum" sz="quarter" idx="12"/>
          </p:nvPr>
        </p:nvSpPr>
        <p:spPr>
          <a:xfrm>
            <a:off x="9258300" y="6445250"/>
            <a:ext cx="2743200" cy="365125"/>
          </a:xfrm>
        </p:spPr>
        <p:txBody>
          <a:bodyPr/>
          <a:lstStyle/>
          <a:p>
            <a:fld id="{38A635C9-4A98-4745-BD96-9D0E32025E69}" type="slidenum">
              <a:rPr lang="en-IN" smtClean="0"/>
              <a:t>1</a:t>
            </a:fld>
            <a:endParaRPr lang="en-IN"/>
          </a:p>
        </p:txBody>
      </p:sp>
      <p:sp>
        <p:nvSpPr>
          <p:cNvPr id="87" name="TextBox 86">
            <a:extLst>
              <a:ext uri="{FF2B5EF4-FFF2-40B4-BE49-F238E27FC236}">
                <a16:creationId xmlns:a16="http://schemas.microsoft.com/office/drawing/2014/main" id="{4C964027-D524-9417-A04F-321929043388}"/>
              </a:ext>
            </a:extLst>
          </p:cNvPr>
          <p:cNvSpPr txBox="1"/>
          <p:nvPr/>
        </p:nvSpPr>
        <p:spPr>
          <a:xfrm>
            <a:off x="-2111446" y="1505648"/>
            <a:ext cx="10238047" cy="830997"/>
          </a:xfrm>
          <a:prstGeom prst="rect">
            <a:avLst/>
          </a:prstGeom>
          <a:noFill/>
        </p:spPr>
        <p:txBody>
          <a:bodyPr wrap="square" rtlCol="0">
            <a:spAutoFit/>
          </a:bodyPr>
          <a:lstStyle/>
          <a:p>
            <a:pPr algn="ctr"/>
            <a:r>
              <a:rPr lang="en-IN" sz="4800" b="1" dirty="0">
                <a:latin typeface="Times New Roman" panose="02020603050405020304" pitchFamily="18" charset="0"/>
                <a:cs typeface="Times New Roman" panose="02020603050405020304" pitchFamily="18" charset="0"/>
              </a:rPr>
              <a:t>Capstone Presentation</a:t>
            </a:r>
          </a:p>
        </p:txBody>
      </p:sp>
      <p:sp>
        <p:nvSpPr>
          <p:cNvPr id="3" name="TextBox 2">
            <a:extLst>
              <a:ext uri="{FF2B5EF4-FFF2-40B4-BE49-F238E27FC236}">
                <a16:creationId xmlns:a16="http://schemas.microsoft.com/office/drawing/2014/main" id="{90C8E86C-0981-9CD9-CDCD-52EBC8F4AC79}"/>
              </a:ext>
            </a:extLst>
          </p:cNvPr>
          <p:cNvSpPr txBox="1"/>
          <p:nvPr/>
        </p:nvSpPr>
        <p:spPr>
          <a:xfrm>
            <a:off x="64766" y="2336645"/>
            <a:ext cx="10999474" cy="892552"/>
          </a:xfrm>
          <a:prstGeom prst="rect">
            <a:avLst/>
          </a:prstGeom>
          <a:noFill/>
        </p:spPr>
        <p:txBody>
          <a:bodyPr wrap="square">
            <a:spAutoFit/>
          </a:bodyPr>
          <a:lstStyle/>
          <a:p>
            <a:pPr algn="l"/>
            <a:endParaRPr lang="en-IN" sz="2000" b="0" i="0" u="none" strike="noStrike" baseline="0" dirty="0">
              <a:solidFill>
                <a:srgbClr val="000000"/>
              </a:solidFill>
              <a:latin typeface="Arial" panose="020B0604020202020204" pitchFamily="34" charset="0"/>
            </a:endParaRPr>
          </a:p>
          <a:p>
            <a:r>
              <a:rPr lang="en-US" sz="3200" b="1" i="0" u="none" strike="noStrike" baseline="0" dirty="0">
                <a:latin typeface="Arial" panose="020B0604020202020204" pitchFamily="34" charset="0"/>
              </a:rPr>
              <a:t>Object Detection Using YOLO for Sign Recognition </a:t>
            </a:r>
            <a:endParaRPr lang="en-IN" sz="3200" dirty="0"/>
          </a:p>
        </p:txBody>
      </p:sp>
      <p:pic>
        <p:nvPicPr>
          <p:cNvPr id="5" name="Picture 4">
            <a:extLst>
              <a:ext uri="{FF2B5EF4-FFF2-40B4-BE49-F238E27FC236}">
                <a16:creationId xmlns:a16="http://schemas.microsoft.com/office/drawing/2014/main" id="{87E54436-D249-794F-7981-86A67D881872}"/>
              </a:ext>
            </a:extLst>
          </p:cNvPr>
          <p:cNvPicPr>
            <a:picLocks noChangeAspect="1"/>
          </p:cNvPicPr>
          <p:nvPr/>
        </p:nvPicPr>
        <p:blipFill>
          <a:blip r:embed="rId3"/>
          <a:stretch>
            <a:fillRect/>
          </a:stretch>
        </p:blipFill>
        <p:spPr>
          <a:xfrm>
            <a:off x="25148" y="43557"/>
            <a:ext cx="7401456" cy="1487730"/>
          </a:xfrm>
          <a:prstGeom prst="rect">
            <a:avLst/>
          </a:prstGeom>
        </p:spPr>
      </p:pic>
    </p:spTree>
    <p:extLst>
      <p:ext uri="{BB962C8B-B14F-4D97-AF65-F5344CB8AC3E}">
        <p14:creationId xmlns:p14="http://schemas.microsoft.com/office/powerpoint/2010/main" val="332712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4665C-19EE-42B3-EB62-16C77396A14B}"/>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4445DE15-9FE5-455C-F6EA-4424A18820E1}"/>
              </a:ext>
            </a:extLst>
          </p:cNvPr>
          <p:cNvGrpSpPr/>
          <p:nvPr/>
        </p:nvGrpSpPr>
        <p:grpSpPr>
          <a:xfrm>
            <a:off x="45343" y="6149703"/>
            <a:ext cx="12098172" cy="476250"/>
            <a:chOff x="0" y="6381750"/>
            <a:chExt cx="12192000" cy="476250"/>
          </a:xfrm>
          <a:solidFill>
            <a:srgbClr val="C00000"/>
          </a:solidFill>
        </p:grpSpPr>
        <p:sp>
          <p:nvSpPr>
            <p:cNvPr id="8" name="Rectangle 7">
              <a:extLst>
                <a:ext uri="{FF2B5EF4-FFF2-40B4-BE49-F238E27FC236}">
                  <a16:creationId xmlns:a16="http://schemas.microsoft.com/office/drawing/2014/main" id="{D1E76264-7B94-F12B-1D92-40F0C88FC63A}"/>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9" name="Group 8">
              <a:extLst>
                <a:ext uri="{FF2B5EF4-FFF2-40B4-BE49-F238E27FC236}">
                  <a16:creationId xmlns:a16="http://schemas.microsoft.com/office/drawing/2014/main" id="{5CBBEF7C-2E77-9A85-1C0E-FCDF697A219E}"/>
                </a:ext>
              </a:extLst>
            </p:cNvPr>
            <p:cNvGrpSpPr/>
            <p:nvPr/>
          </p:nvGrpSpPr>
          <p:grpSpPr>
            <a:xfrm>
              <a:off x="160089" y="6467143"/>
              <a:ext cx="4087748" cy="273466"/>
              <a:chOff x="4366684" y="2926127"/>
              <a:chExt cx="3278335" cy="2571063"/>
            </a:xfrm>
            <a:grpFill/>
          </p:grpSpPr>
          <p:sp>
            <p:nvSpPr>
              <p:cNvPr id="10" name="Freeform: Shape 4">
                <a:extLst>
                  <a:ext uri="{FF2B5EF4-FFF2-40B4-BE49-F238E27FC236}">
                    <a16:creationId xmlns:a16="http://schemas.microsoft.com/office/drawing/2014/main" id="{510FAB7A-7D31-7C29-CDC2-6B4FDCFD022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 name="Freeform: Shape 5">
                <a:extLst>
                  <a:ext uri="{FF2B5EF4-FFF2-40B4-BE49-F238E27FC236}">
                    <a16:creationId xmlns:a16="http://schemas.microsoft.com/office/drawing/2014/main" id="{A333C6AA-73CB-9214-B353-FC9A19FE1E8E}"/>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 name="Freeform: Shape 6">
                <a:extLst>
                  <a:ext uri="{FF2B5EF4-FFF2-40B4-BE49-F238E27FC236}">
                    <a16:creationId xmlns:a16="http://schemas.microsoft.com/office/drawing/2014/main" id="{D59E655E-F4F3-A708-BFE2-C734E727AD3B}"/>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3" name="Freeform: Shape 7">
                <a:extLst>
                  <a:ext uri="{FF2B5EF4-FFF2-40B4-BE49-F238E27FC236}">
                    <a16:creationId xmlns:a16="http://schemas.microsoft.com/office/drawing/2014/main" id="{677301D8-2E14-779A-1069-CDCAF73AB551}"/>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4" name="Freeform: Shape 8">
                <a:extLst>
                  <a:ext uri="{FF2B5EF4-FFF2-40B4-BE49-F238E27FC236}">
                    <a16:creationId xmlns:a16="http://schemas.microsoft.com/office/drawing/2014/main" id="{7E26BC67-831E-46D9-98A2-C1D9DFF3BA94}"/>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5" name="Freeform: Shape 9">
                <a:extLst>
                  <a:ext uri="{FF2B5EF4-FFF2-40B4-BE49-F238E27FC236}">
                    <a16:creationId xmlns:a16="http://schemas.microsoft.com/office/drawing/2014/main" id="{D2E2C1EF-5895-E418-5ED0-E251985B7602}"/>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6" name="Freeform: Shape 10">
                <a:extLst>
                  <a:ext uri="{FF2B5EF4-FFF2-40B4-BE49-F238E27FC236}">
                    <a16:creationId xmlns:a16="http://schemas.microsoft.com/office/drawing/2014/main" id="{2EAEA0A0-2C72-3F20-7425-A0F477461F68}"/>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7" name="Freeform: Shape 11">
                <a:extLst>
                  <a:ext uri="{FF2B5EF4-FFF2-40B4-BE49-F238E27FC236}">
                    <a16:creationId xmlns:a16="http://schemas.microsoft.com/office/drawing/2014/main" id="{3DB96301-807C-C7D3-BDE7-A6754DE8BF5A}"/>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8" name="Freeform: Shape 12">
                <a:extLst>
                  <a:ext uri="{FF2B5EF4-FFF2-40B4-BE49-F238E27FC236}">
                    <a16:creationId xmlns:a16="http://schemas.microsoft.com/office/drawing/2014/main" id="{C1C8E307-88F0-BD40-CB9C-617D49A123E5}"/>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9" name="Freeform: Shape 13">
                <a:extLst>
                  <a:ext uri="{FF2B5EF4-FFF2-40B4-BE49-F238E27FC236}">
                    <a16:creationId xmlns:a16="http://schemas.microsoft.com/office/drawing/2014/main" id="{8CB32CF4-8C27-3C2F-2326-61211D8F7B29}"/>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0" name="Freeform: Shape 14">
                <a:extLst>
                  <a:ext uri="{FF2B5EF4-FFF2-40B4-BE49-F238E27FC236}">
                    <a16:creationId xmlns:a16="http://schemas.microsoft.com/office/drawing/2014/main" id="{DD09F610-FB79-F18B-7B17-A0DDB7FDC658}"/>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1" name="Freeform: Shape 15">
                <a:extLst>
                  <a:ext uri="{FF2B5EF4-FFF2-40B4-BE49-F238E27FC236}">
                    <a16:creationId xmlns:a16="http://schemas.microsoft.com/office/drawing/2014/main" id="{7FCB0E97-AAD5-F8DC-9096-08EB644AC359}"/>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2" name="Freeform: Shape 16">
                <a:extLst>
                  <a:ext uri="{FF2B5EF4-FFF2-40B4-BE49-F238E27FC236}">
                    <a16:creationId xmlns:a16="http://schemas.microsoft.com/office/drawing/2014/main" id="{37164CF7-D413-F400-944A-19248BA52A30}"/>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3" name="Freeform: Shape 17">
                <a:extLst>
                  <a:ext uri="{FF2B5EF4-FFF2-40B4-BE49-F238E27FC236}">
                    <a16:creationId xmlns:a16="http://schemas.microsoft.com/office/drawing/2014/main" id="{48E28194-3ADC-D074-5B5D-4081E410E54E}"/>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4" name="Freeform: Shape 18">
                <a:extLst>
                  <a:ext uri="{FF2B5EF4-FFF2-40B4-BE49-F238E27FC236}">
                    <a16:creationId xmlns:a16="http://schemas.microsoft.com/office/drawing/2014/main" id="{7F8BCF5B-AF04-E7B5-DB8F-A773BF4C542D}"/>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5" name="Freeform: Shape 19">
                <a:extLst>
                  <a:ext uri="{FF2B5EF4-FFF2-40B4-BE49-F238E27FC236}">
                    <a16:creationId xmlns:a16="http://schemas.microsoft.com/office/drawing/2014/main" id="{A1C5866A-9353-8E6F-6DB0-4625FAE6EF15}"/>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6" name="Freeform: Shape 20">
                <a:extLst>
                  <a:ext uri="{FF2B5EF4-FFF2-40B4-BE49-F238E27FC236}">
                    <a16:creationId xmlns:a16="http://schemas.microsoft.com/office/drawing/2014/main" id="{22E078A4-1AD0-AF9C-47FF-3E27F7ADC723}"/>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7" name="Freeform: Shape 21">
                <a:extLst>
                  <a:ext uri="{FF2B5EF4-FFF2-40B4-BE49-F238E27FC236}">
                    <a16:creationId xmlns:a16="http://schemas.microsoft.com/office/drawing/2014/main" id="{46988CDE-531D-064A-D8CD-866051C5DBF3}"/>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8" name="Freeform: Shape 22">
                <a:extLst>
                  <a:ext uri="{FF2B5EF4-FFF2-40B4-BE49-F238E27FC236}">
                    <a16:creationId xmlns:a16="http://schemas.microsoft.com/office/drawing/2014/main" id="{F8AAA239-013F-4165-70E4-A7DA30B378B4}"/>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9" name="Freeform: Shape 23">
                <a:extLst>
                  <a:ext uri="{FF2B5EF4-FFF2-40B4-BE49-F238E27FC236}">
                    <a16:creationId xmlns:a16="http://schemas.microsoft.com/office/drawing/2014/main" id="{9593D9A1-FE11-CDFD-FEBE-14BD2E9EB333}"/>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0" name="Freeform: Shape 24">
                <a:extLst>
                  <a:ext uri="{FF2B5EF4-FFF2-40B4-BE49-F238E27FC236}">
                    <a16:creationId xmlns:a16="http://schemas.microsoft.com/office/drawing/2014/main" id="{4DEB17C0-A542-4482-EF8B-AA8291274CBF}"/>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1" name="Freeform: Shape 25">
                <a:extLst>
                  <a:ext uri="{FF2B5EF4-FFF2-40B4-BE49-F238E27FC236}">
                    <a16:creationId xmlns:a16="http://schemas.microsoft.com/office/drawing/2014/main" id="{1F5BE4B2-BD62-90CE-8D06-777737F555EB}"/>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2" name="Freeform: Shape 26">
                <a:extLst>
                  <a:ext uri="{FF2B5EF4-FFF2-40B4-BE49-F238E27FC236}">
                    <a16:creationId xmlns:a16="http://schemas.microsoft.com/office/drawing/2014/main" id="{349761FB-0763-22B6-D11A-FBD6560A1AB0}"/>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3" name="Freeform: Shape 27">
                <a:extLst>
                  <a:ext uri="{FF2B5EF4-FFF2-40B4-BE49-F238E27FC236}">
                    <a16:creationId xmlns:a16="http://schemas.microsoft.com/office/drawing/2014/main" id="{DBDA1E85-7A52-D548-6477-DFB468EEA4A6}"/>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4" name="Freeform: Shape 28">
                <a:extLst>
                  <a:ext uri="{FF2B5EF4-FFF2-40B4-BE49-F238E27FC236}">
                    <a16:creationId xmlns:a16="http://schemas.microsoft.com/office/drawing/2014/main" id="{795024E3-86CB-13EC-2C82-8062C999E9AB}"/>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5" name="Freeform: Shape 29">
                <a:extLst>
                  <a:ext uri="{FF2B5EF4-FFF2-40B4-BE49-F238E27FC236}">
                    <a16:creationId xmlns:a16="http://schemas.microsoft.com/office/drawing/2014/main" id="{B4C2A2A8-739D-202F-EC49-A6BD3207BE1E}"/>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6" name="Freeform: Shape 30">
                <a:extLst>
                  <a:ext uri="{FF2B5EF4-FFF2-40B4-BE49-F238E27FC236}">
                    <a16:creationId xmlns:a16="http://schemas.microsoft.com/office/drawing/2014/main" id="{B01FAFC5-F6F2-021F-5D29-FFDB5166DC8A}"/>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7" name="Freeform: Shape 31">
                <a:extLst>
                  <a:ext uri="{FF2B5EF4-FFF2-40B4-BE49-F238E27FC236}">
                    <a16:creationId xmlns:a16="http://schemas.microsoft.com/office/drawing/2014/main" id="{C69F783A-594F-E475-5117-964AE8530AF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8" name="Freeform: Shape 32">
                <a:extLst>
                  <a:ext uri="{FF2B5EF4-FFF2-40B4-BE49-F238E27FC236}">
                    <a16:creationId xmlns:a16="http://schemas.microsoft.com/office/drawing/2014/main" id="{F142FBB7-3F53-61D3-212F-401C58B62EF7}"/>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9" name="Freeform: Shape 33">
                <a:extLst>
                  <a:ext uri="{FF2B5EF4-FFF2-40B4-BE49-F238E27FC236}">
                    <a16:creationId xmlns:a16="http://schemas.microsoft.com/office/drawing/2014/main" id="{DCE9B3FD-22AC-2AB9-0D14-DF6D17377CDE}"/>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0" name="Freeform: Shape 34">
                <a:extLst>
                  <a:ext uri="{FF2B5EF4-FFF2-40B4-BE49-F238E27FC236}">
                    <a16:creationId xmlns:a16="http://schemas.microsoft.com/office/drawing/2014/main" id="{ECB764CC-C88C-6313-3FE7-96BEC87A6D51}"/>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1" name="Freeform: Shape 35">
                <a:extLst>
                  <a:ext uri="{FF2B5EF4-FFF2-40B4-BE49-F238E27FC236}">
                    <a16:creationId xmlns:a16="http://schemas.microsoft.com/office/drawing/2014/main" id="{09D7630D-2A10-A22B-8388-2D7885BFB2C4}"/>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2" name="Freeform: Shape 36">
                <a:extLst>
                  <a:ext uri="{FF2B5EF4-FFF2-40B4-BE49-F238E27FC236}">
                    <a16:creationId xmlns:a16="http://schemas.microsoft.com/office/drawing/2014/main" id="{DFBBDB3D-1B17-2FA4-49CB-487458122F5B}"/>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3" name="Freeform: Shape 37">
                <a:extLst>
                  <a:ext uri="{FF2B5EF4-FFF2-40B4-BE49-F238E27FC236}">
                    <a16:creationId xmlns:a16="http://schemas.microsoft.com/office/drawing/2014/main" id="{445F2AF7-ACC5-99E0-D93A-58368AC09F04}"/>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4" name="Freeform: Shape 38">
                <a:extLst>
                  <a:ext uri="{FF2B5EF4-FFF2-40B4-BE49-F238E27FC236}">
                    <a16:creationId xmlns:a16="http://schemas.microsoft.com/office/drawing/2014/main" id="{2695F5F3-1ACF-2313-30BE-4FB1ABA41ED2}"/>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4" name="Group 3">
            <a:extLst>
              <a:ext uri="{FF2B5EF4-FFF2-40B4-BE49-F238E27FC236}">
                <a16:creationId xmlns:a16="http://schemas.microsoft.com/office/drawing/2014/main" id="{053021BC-6B90-B648-AD0F-A9AE04EF05FB}"/>
              </a:ext>
            </a:extLst>
          </p:cNvPr>
          <p:cNvGrpSpPr/>
          <p:nvPr/>
        </p:nvGrpSpPr>
        <p:grpSpPr>
          <a:xfrm>
            <a:off x="4406192" y="6117537"/>
            <a:ext cx="7369479" cy="465286"/>
            <a:chOff x="4817758" y="6382984"/>
            <a:chExt cx="7369479" cy="465286"/>
          </a:xfrm>
        </p:grpSpPr>
        <p:sp>
          <p:nvSpPr>
            <p:cNvPr id="5" name="Rectangle 4">
              <a:extLst>
                <a:ext uri="{FF2B5EF4-FFF2-40B4-BE49-F238E27FC236}">
                  <a16:creationId xmlns:a16="http://schemas.microsoft.com/office/drawing/2014/main" id="{A1C41206-9E94-E8F7-1222-5ADD4C0720A8}"/>
                </a:ext>
              </a:extLst>
            </p:cNvPr>
            <p:cNvSpPr/>
            <p:nvPr/>
          </p:nvSpPr>
          <p:spPr>
            <a:xfrm>
              <a:off x="4817758" y="6382984"/>
              <a:ext cx="7369479" cy="4652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6" name="Picture 5">
              <a:extLst>
                <a:ext uri="{FF2B5EF4-FFF2-40B4-BE49-F238E27FC236}">
                  <a16:creationId xmlns:a16="http://schemas.microsoft.com/office/drawing/2014/main" id="{FD201550-9A7A-2B6C-19C8-A2BDCF0B8C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3655" y="6397831"/>
              <a:ext cx="7281503" cy="417465"/>
            </a:xfrm>
            <a:prstGeom prst="rect">
              <a:avLst/>
            </a:prstGeom>
            <a:ln>
              <a:solidFill>
                <a:schemeClr val="bg1"/>
              </a:solidFill>
            </a:ln>
          </p:spPr>
        </p:pic>
      </p:grpSp>
      <p:grpSp>
        <p:nvGrpSpPr>
          <p:cNvPr id="45" name="Group 44">
            <a:extLst>
              <a:ext uri="{FF2B5EF4-FFF2-40B4-BE49-F238E27FC236}">
                <a16:creationId xmlns:a16="http://schemas.microsoft.com/office/drawing/2014/main" id="{217F9E7C-7A00-560F-22C4-F1BE0D2B68C9}"/>
              </a:ext>
            </a:extLst>
          </p:cNvPr>
          <p:cNvGrpSpPr/>
          <p:nvPr/>
        </p:nvGrpSpPr>
        <p:grpSpPr>
          <a:xfrm>
            <a:off x="97003" y="6193544"/>
            <a:ext cx="4247655" cy="273466"/>
            <a:chOff x="4366684" y="2926127"/>
            <a:chExt cx="3278335" cy="2571063"/>
          </a:xfrm>
        </p:grpSpPr>
        <p:sp>
          <p:nvSpPr>
            <p:cNvPr id="46" name="Freeform: Shape 4">
              <a:extLst>
                <a:ext uri="{FF2B5EF4-FFF2-40B4-BE49-F238E27FC236}">
                  <a16:creationId xmlns:a16="http://schemas.microsoft.com/office/drawing/2014/main" id="{E59DF9F7-583A-7655-9499-6524E6E0A13F}"/>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7" name="Freeform: Shape 5">
              <a:extLst>
                <a:ext uri="{FF2B5EF4-FFF2-40B4-BE49-F238E27FC236}">
                  <a16:creationId xmlns:a16="http://schemas.microsoft.com/office/drawing/2014/main" id="{AE07309F-920F-E651-1B9D-DB2626184341}"/>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8" name="Freeform: Shape 6">
              <a:extLst>
                <a:ext uri="{FF2B5EF4-FFF2-40B4-BE49-F238E27FC236}">
                  <a16:creationId xmlns:a16="http://schemas.microsoft.com/office/drawing/2014/main" id="{03D76688-5A5C-ABDC-3A15-BF4E6BD0C967}"/>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9" name="Freeform: Shape 7">
              <a:extLst>
                <a:ext uri="{FF2B5EF4-FFF2-40B4-BE49-F238E27FC236}">
                  <a16:creationId xmlns:a16="http://schemas.microsoft.com/office/drawing/2014/main" id="{2DCBFD22-41F3-A1AF-3C7A-A3476AB734A7}"/>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0" name="Freeform: Shape 8">
              <a:extLst>
                <a:ext uri="{FF2B5EF4-FFF2-40B4-BE49-F238E27FC236}">
                  <a16:creationId xmlns:a16="http://schemas.microsoft.com/office/drawing/2014/main" id="{811CB6FA-D3C2-DC87-8105-450BDADDD0AB}"/>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1" name="Freeform: Shape 9">
              <a:extLst>
                <a:ext uri="{FF2B5EF4-FFF2-40B4-BE49-F238E27FC236}">
                  <a16:creationId xmlns:a16="http://schemas.microsoft.com/office/drawing/2014/main" id="{8A75F6B1-CBF0-6091-910F-A39984F602F5}"/>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2" name="Freeform: Shape 10">
              <a:extLst>
                <a:ext uri="{FF2B5EF4-FFF2-40B4-BE49-F238E27FC236}">
                  <a16:creationId xmlns:a16="http://schemas.microsoft.com/office/drawing/2014/main" id="{2F21BF1B-025D-CB01-4E24-A6C48DFE7C58}"/>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3" name="Freeform: Shape 11">
              <a:extLst>
                <a:ext uri="{FF2B5EF4-FFF2-40B4-BE49-F238E27FC236}">
                  <a16:creationId xmlns:a16="http://schemas.microsoft.com/office/drawing/2014/main" id="{677F0106-E8FD-4EFD-181B-29479F457152}"/>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4" name="Freeform: Shape 12">
              <a:extLst>
                <a:ext uri="{FF2B5EF4-FFF2-40B4-BE49-F238E27FC236}">
                  <a16:creationId xmlns:a16="http://schemas.microsoft.com/office/drawing/2014/main" id="{3EC0019A-7AE1-E709-FAA8-FB0CB47E4BC1}"/>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5" name="Freeform: Shape 13">
              <a:extLst>
                <a:ext uri="{FF2B5EF4-FFF2-40B4-BE49-F238E27FC236}">
                  <a16:creationId xmlns:a16="http://schemas.microsoft.com/office/drawing/2014/main" id="{0A78F48E-3336-7086-4AA3-E99E6D511709}"/>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6" name="Freeform: Shape 14">
              <a:extLst>
                <a:ext uri="{FF2B5EF4-FFF2-40B4-BE49-F238E27FC236}">
                  <a16:creationId xmlns:a16="http://schemas.microsoft.com/office/drawing/2014/main" id="{02184B06-3D8B-4761-0B27-2ECD3D4D66A7}"/>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7" name="Freeform: Shape 15">
              <a:extLst>
                <a:ext uri="{FF2B5EF4-FFF2-40B4-BE49-F238E27FC236}">
                  <a16:creationId xmlns:a16="http://schemas.microsoft.com/office/drawing/2014/main" id="{351AAEC3-133D-8562-59C7-595FD128F399}"/>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8" name="Freeform: Shape 16">
              <a:extLst>
                <a:ext uri="{FF2B5EF4-FFF2-40B4-BE49-F238E27FC236}">
                  <a16:creationId xmlns:a16="http://schemas.microsoft.com/office/drawing/2014/main" id="{3AC8F75F-C289-1C6C-A9CA-B430BE9AEFFB}"/>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9" name="Freeform: Shape 17">
              <a:extLst>
                <a:ext uri="{FF2B5EF4-FFF2-40B4-BE49-F238E27FC236}">
                  <a16:creationId xmlns:a16="http://schemas.microsoft.com/office/drawing/2014/main" id="{59392C97-2D59-90C1-E6A3-8D62DE42203A}"/>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0" name="Freeform: Shape 18">
              <a:extLst>
                <a:ext uri="{FF2B5EF4-FFF2-40B4-BE49-F238E27FC236}">
                  <a16:creationId xmlns:a16="http://schemas.microsoft.com/office/drawing/2014/main" id="{27AA1481-F3E3-8272-72AF-3558B018ECDC}"/>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1" name="Freeform: Shape 19">
              <a:extLst>
                <a:ext uri="{FF2B5EF4-FFF2-40B4-BE49-F238E27FC236}">
                  <a16:creationId xmlns:a16="http://schemas.microsoft.com/office/drawing/2014/main" id="{0DB62222-EC15-4192-6E4C-9A8086BC62DA}"/>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2" name="Freeform: Shape 20">
              <a:extLst>
                <a:ext uri="{FF2B5EF4-FFF2-40B4-BE49-F238E27FC236}">
                  <a16:creationId xmlns:a16="http://schemas.microsoft.com/office/drawing/2014/main" id="{3B31229C-BFDC-AF05-E697-ABAEE3289BA1}"/>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3" name="Freeform: Shape 21">
              <a:extLst>
                <a:ext uri="{FF2B5EF4-FFF2-40B4-BE49-F238E27FC236}">
                  <a16:creationId xmlns:a16="http://schemas.microsoft.com/office/drawing/2014/main" id="{FC6B307C-0DFE-E5D3-D2A2-A63BB100847A}"/>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4" name="Freeform: Shape 22">
              <a:extLst>
                <a:ext uri="{FF2B5EF4-FFF2-40B4-BE49-F238E27FC236}">
                  <a16:creationId xmlns:a16="http://schemas.microsoft.com/office/drawing/2014/main" id="{FE65E54E-6474-1A56-835C-61D135729673}"/>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5" name="Freeform: Shape 23">
              <a:extLst>
                <a:ext uri="{FF2B5EF4-FFF2-40B4-BE49-F238E27FC236}">
                  <a16:creationId xmlns:a16="http://schemas.microsoft.com/office/drawing/2014/main" id="{114A2CF9-A67E-0BB7-4454-355A04638E37}"/>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6" name="Freeform: Shape 24">
              <a:extLst>
                <a:ext uri="{FF2B5EF4-FFF2-40B4-BE49-F238E27FC236}">
                  <a16:creationId xmlns:a16="http://schemas.microsoft.com/office/drawing/2014/main" id="{0673F711-8869-F379-E952-08F515A2AE0B}"/>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7" name="Freeform: Shape 25">
              <a:extLst>
                <a:ext uri="{FF2B5EF4-FFF2-40B4-BE49-F238E27FC236}">
                  <a16:creationId xmlns:a16="http://schemas.microsoft.com/office/drawing/2014/main" id="{BC080A66-A94C-D28E-3D41-466C4ED0585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8" name="Freeform: Shape 26">
              <a:extLst>
                <a:ext uri="{FF2B5EF4-FFF2-40B4-BE49-F238E27FC236}">
                  <a16:creationId xmlns:a16="http://schemas.microsoft.com/office/drawing/2014/main" id="{DAA14831-D8CE-44BC-39A8-B92B101AE614}"/>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9" name="Freeform: Shape 27">
              <a:extLst>
                <a:ext uri="{FF2B5EF4-FFF2-40B4-BE49-F238E27FC236}">
                  <a16:creationId xmlns:a16="http://schemas.microsoft.com/office/drawing/2014/main" id="{7F338E13-CC04-EA47-8A51-3E0665789BFD}"/>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0" name="Freeform: Shape 28">
              <a:extLst>
                <a:ext uri="{FF2B5EF4-FFF2-40B4-BE49-F238E27FC236}">
                  <a16:creationId xmlns:a16="http://schemas.microsoft.com/office/drawing/2014/main" id="{DC82585D-8AD6-AEBE-78D7-3452F147A2F5}"/>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1" name="Freeform: Shape 29">
              <a:extLst>
                <a:ext uri="{FF2B5EF4-FFF2-40B4-BE49-F238E27FC236}">
                  <a16:creationId xmlns:a16="http://schemas.microsoft.com/office/drawing/2014/main" id="{105F1556-419F-895E-5229-8ED119A04ECD}"/>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2" name="Freeform: Shape 30">
              <a:extLst>
                <a:ext uri="{FF2B5EF4-FFF2-40B4-BE49-F238E27FC236}">
                  <a16:creationId xmlns:a16="http://schemas.microsoft.com/office/drawing/2014/main" id="{6F922C73-2633-1786-93B8-F4CA4FEE8C46}"/>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3" name="Freeform: Shape 31">
              <a:extLst>
                <a:ext uri="{FF2B5EF4-FFF2-40B4-BE49-F238E27FC236}">
                  <a16:creationId xmlns:a16="http://schemas.microsoft.com/office/drawing/2014/main" id="{36CE828D-3213-A78A-063E-FA3E5354709A}"/>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4" name="Freeform: Shape 32">
              <a:extLst>
                <a:ext uri="{FF2B5EF4-FFF2-40B4-BE49-F238E27FC236}">
                  <a16:creationId xmlns:a16="http://schemas.microsoft.com/office/drawing/2014/main" id="{0BB92B40-7BE2-7C77-4178-897271F4AD96}"/>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5" name="Freeform: Shape 33">
              <a:extLst>
                <a:ext uri="{FF2B5EF4-FFF2-40B4-BE49-F238E27FC236}">
                  <a16:creationId xmlns:a16="http://schemas.microsoft.com/office/drawing/2014/main" id="{BEA115C0-27A8-EF85-6F16-DE61208B33A5}"/>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6" name="Freeform: Shape 34">
              <a:extLst>
                <a:ext uri="{FF2B5EF4-FFF2-40B4-BE49-F238E27FC236}">
                  <a16:creationId xmlns:a16="http://schemas.microsoft.com/office/drawing/2014/main" id="{C14578E1-EA27-D731-D38C-B38A6C7C56A1}"/>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7" name="Freeform: Shape 35">
              <a:extLst>
                <a:ext uri="{FF2B5EF4-FFF2-40B4-BE49-F238E27FC236}">
                  <a16:creationId xmlns:a16="http://schemas.microsoft.com/office/drawing/2014/main" id="{D9F74AC4-68F4-F885-960F-1CE3020C84F9}"/>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8" name="Freeform: Shape 36">
              <a:extLst>
                <a:ext uri="{FF2B5EF4-FFF2-40B4-BE49-F238E27FC236}">
                  <a16:creationId xmlns:a16="http://schemas.microsoft.com/office/drawing/2014/main" id="{B9EF1F6C-9E6C-1CCB-75D1-4BBA75DF764F}"/>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9" name="Freeform: Shape 37">
              <a:extLst>
                <a:ext uri="{FF2B5EF4-FFF2-40B4-BE49-F238E27FC236}">
                  <a16:creationId xmlns:a16="http://schemas.microsoft.com/office/drawing/2014/main" id="{7F0D4F95-BD01-C46A-77C4-E8734D68A649}"/>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80" name="Freeform: Shape 38">
              <a:extLst>
                <a:ext uri="{FF2B5EF4-FFF2-40B4-BE49-F238E27FC236}">
                  <a16:creationId xmlns:a16="http://schemas.microsoft.com/office/drawing/2014/main" id="{EB125C85-49B0-9350-70F2-715006E44226}"/>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84" name="TextBox 83">
            <a:extLst>
              <a:ext uri="{FF2B5EF4-FFF2-40B4-BE49-F238E27FC236}">
                <a16:creationId xmlns:a16="http://schemas.microsoft.com/office/drawing/2014/main" id="{BA9AE5DA-837A-E336-8D6B-83570B471D62}"/>
              </a:ext>
            </a:extLst>
          </p:cNvPr>
          <p:cNvSpPr txBox="1"/>
          <p:nvPr/>
        </p:nvSpPr>
        <p:spPr>
          <a:xfrm>
            <a:off x="11796280" y="6256621"/>
            <a:ext cx="211514" cy="369332"/>
          </a:xfrm>
          <a:prstGeom prst="rect">
            <a:avLst/>
          </a:prstGeom>
          <a:noFill/>
        </p:spPr>
        <p:txBody>
          <a:bodyPr wrap="square">
            <a:spAutoFit/>
          </a:bodyPr>
          <a:lstStyle/>
          <a:p>
            <a:fld id="{38A635C9-4A98-4745-BD96-9D0E32025E69}" type="slidenum">
              <a:rPr lang="en-IN" smtClean="0"/>
              <a:pPr/>
              <a:t>2</a:t>
            </a:fld>
            <a:endParaRPr lang="en-IN" dirty="0"/>
          </a:p>
        </p:txBody>
      </p:sp>
      <p:sp>
        <p:nvSpPr>
          <p:cNvPr id="85" name="Rectangle 84">
            <a:extLst>
              <a:ext uri="{FF2B5EF4-FFF2-40B4-BE49-F238E27FC236}">
                <a16:creationId xmlns:a16="http://schemas.microsoft.com/office/drawing/2014/main" id="{9ABE7704-1633-11AD-CA12-A3878BB9A80F}"/>
              </a:ext>
            </a:extLst>
          </p:cNvPr>
          <p:cNvSpPr/>
          <p:nvPr/>
        </p:nvSpPr>
        <p:spPr>
          <a:xfrm>
            <a:off x="11799489" y="6193544"/>
            <a:ext cx="295508" cy="3693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endParaRPr lang="en-IN" dirty="0"/>
          </a:p>
        </p:txBody>
      </p:sp>
      <p:sp>
        <p:nvSpPr>
          <p:cNvPr id="2" name="Title 1">
            <a:extLst>
              <a:ext uri="{FF2B5EF4-FFF2-40B4-BE49-F238E27FC236}">
                <a16:creationId xmlns:a16="http://schemas.microsoft.com/office/drawing/2014/main" id="{B45A289D-3423-7C60-48D1-3B37B1182949}"/>
              </a:ext>
            </a:extLst>
          </p:cNvPr>
          <p:cNvSpPr txBox="1">
            <a:spLocks/>
          </p:cNvSpPr>
          <p:nvPr/>
        </p:nvSpPr>
        <p:spPr>
          <a:xfrm>
            <a:off x="1830766" y="254220"/>
            <a:ext cx="8229600" cy="11430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t>Table of Contents</a:t>
            </a:r>
            <a:endParaRPr lang="en-US" dirty="0"/>
          </a:p>
        </p:txBody>
      </p:sp>
      <p:sp>
        <p:nvSpPr>
          <p:cNvPr id="81" name="Content Placeholder 2">
            <a:extLst>
              <a:ext uri="{FF2B5EF4-FFF2-40B4-BE49-F238E27FC236}">
                <a16:creationId xmlns:a16="http://schemas.microsoft.com/office/drawing/2014/main" id="{D92ACDE6-AD40-0969-96DF-C078F2E2AE3B}"/>
              </a:ext>
            </a:extLst>
          </p:cNvPr>
          <p:cNvSpPr txBox="1">
            <a:spLocks/>
          </p:cNvSpPr>
          <p:nvPr/>
        </p:nvSpPr>
        <p:spPr>
          <a:xfrm>
            <a:off x="3239422" y="1864671"/>
            <a:ext cx="6510414" cy="337234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t>1. Introduction &amp; Problem Statement</a:t>
            </a:r>
          </a:p>
          <a:p>
            <a:pPr algn="l"/>
            <a:r>
              <a:rPr lang="en-US" dirty="0"/>
              <a:t>2. Objectives</a:t>
            </a:r>
          </a:p>
          <a:p>
            <a:pPr algn="l"/>
            <a:r>
              <a:rPr lang="en-US" dirty="0"/>
              <a:t>3. Methodology</a:t>
            </a:r>
          </a:p>
          <a:p>
            <a:pPr algn="l"/>
            <a:r>
              <a:rPr lang="en-US" dirty="0"/>
              <a:t>4. Key Findings / Results</a:t>
            </a:r>
          </a:p>
          <a:p>
            <a:pPr algn="l"/>
            <a:r>
              <a:rPr lang="en-US" dirty="0"/>
              <a:t>5. Conclusion &amp; Future Scope</a:t>
            </a:r>
          </a:p>
          <a:p>
            <a:pPr algn="l"/>
            <a:r>
              <a:rPr lang="en-US" dirty="0"/>
              <a:t>6. References</a:t>
            </a:r>
          </a:p>
        </p:txBody>
      </p:sp>
    </p:spTree>
    <p:extLst>
      <p:ext uri="{BB962C8B-B14F-4D97-AF65-F5344CB8AC3E}">
        <p14:creationId xmlns:p14="http://schemas.microsoft.com/office/powerpoint/2010/main" val="943615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2179C-F05C-147D-752D-87DA1260EA2C}"/>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6286A71B-6CCA-BF57-1E0E-D0F85A170C8D}"/>
              </a:ext>
            </a:extLst>
          </p:cNvPr>
          <p:cNvGrpSpPr/>
          <p:nvPr/>
        </p:nvGrpSpPr>
        <p:grpSpPr>
          <a:xfrm>
            <a:off x="45343" y="6149703"/>
            <a:ext cx="12098172" cy="476250"/>
            <a:chOff x="0" y="6381750"/>
            <a:chExt cx="12192000" cy="476250"/>
          </a:xfrm>
          <a:solidFill>
            <a:srgbClr val="C00000"/>
          </a:solidFill>
        </p:grpSpPr>
        <p:sp>
          <p:nvSpPr>
            <p:cNvPr id="8" name="Rectangle 7">
              <a:extLst>
                <a:ext uri="{FF2B5EF4-FFF2-40B4-BE49-F238E27FC236}">
                  <a16:creationId xmlns:a16="http://schemas.microsoft.com/office/drawing/2014/main" id="{58BDE490-B18A-08CF-8A1F-27F1D9D9C930}"/>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9" name="Group 8">
              <a:extLst>
                <a:ext uri="{FF2B5EF4-FFF2-40B4-BE49-F238E27FC236}">
                  <a16:creationId xmlns:a16="http://schemas.microsoft.com/office/drawing/2014/main" id="{718D5329-5CCE-FEAB-1A0F-B334CADDF97C}"/>
                </a:ext>
              </a:extLst>
            </p:cNvPr>
            <p:cNvGrpSpPr/>
            <p:nvPr/>
          </p:nvGrpSpPr>
          <p:grpSpPr>
            <a:xfrm>
              <a:off x="160089" y="6467143"/>
              <a:ext cx="4087748" cy="273466"/>
              <a:chOff x="4366684" y="2926127"/>
              <a:chExt cx="3278335" cy="2571063"/>
            </a:xfrm>
            <a:grpFill/>
          </p:grpSpPr>
          <p:sp>
            <p:nvSpPr>
              <p:cNvPr id="10" name="Freeform: Shape 4">
                <a:extLst>
                  <a:ext uri="{FF2B5EF4-FFF2-40B4-BE49-F238E27FC236}">
                    <a16:creationId xmlns:a16="http://schemas.microsoft.com/office/drawing/2014/main" id="{1641DA25-5FC6-174F-1CBF-C104202DFA73}"/>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 name="Freeform: Shape 5">
                <a:extLst>
                  <a:ext uri="{FF2B5EF4-FFF2-40B4-BE49-F238E27FC236}">
                    <a16:creationId xmlns:a16="http://schemas.microsoft.com/office/drawing/2014/main" id="{54945FA2-5BEA-70E3-495E-90F95D5EC59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 name="Freeform: Shape 6">
                <a:extLst>
                  <a:ext uri="{FF2B5EF4-FFF2-40B4-BE49-F238E27FC236}">
                    <a16:creationId xmlns:a16="http://schemas.microsoft.com/office/drawing/2014/main" id="{5AF134F5-E01F-DF33-3BD5-2A4D6181A45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3" name="Freeform: Shape 7">
                <a:extLst>
                  <a:ext uri="{FF2B5EF4-FFF2-40B4-BE49-F238E27FC236}">
                    <a16:creationId xmlns:a16="http://schemas.microsoft.com/office/drawing/2014/main" id="{EDA8B4DC-09B8-6DE1-80BA-7E0A119673AB}"/>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4" name="Freeform: Shape 8">
                <a:extLst>
                  <a:ext uri="{FF2B5EF4-FFF2-40B4-BE49-F238E27FC236}">
                    <a16:creationId xmlns:a16="http://schemas.microsoft.com/office/drawing/2014/main" id="{E39D79FC-51EC-1FBB-3F6E-9DA17557948C}"/>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5" name="Freeform: Shape 9">
                <a:extLst>
                  <a:ext uri="{FF2B5EF4-FFF2-40B4-BE49-F238E27FC236}">
                    <a16:creationId xmlns:a16="http://schemas.microsoft.com/office/drawing/2014/main" id="{BB314291-C521-DE51-E8E0-B37D27866411}"/>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6" name="Freeform: Shape 10">
                <a:extLst>
                  <a:ext uri="{FF2B5EF4-FFF2-40B4-BE49-F238E27FC236}">
                    <a16:creationId xmlns:a16="http://schemas.microsoft.com/office/drawing/2014/main" id="{350B0947-7F39-0C8C-F714-F79872029BE6}"/>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7" name="Freeform: Shape 11">
                <a:extLst>
                  <a:ext uri="{FF2B5EF4-FFF2-40B4-BE49-F238E27FC236}">
                    <a16:creationId xmlns:a16="http://schemas.microsoft.com/office/drawing/2014/main" id="{B4BD9857-DAFE-1A1A-36B1-0C35DCE63ED0}"/>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8" name="Freeform: Shape 12">
                <a:extLst>
                  <a:ext uri="{FF2B5EF4-FFF2-40B4-BE49-F238E27FC236}">
                    <a16:creationId xmlns:a16="http://schemas.microsoft.com/office/drawing/2014/main" id="{5C066CAE-95CF-68F8-A019-5C0754920039}"/>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9" name="Freeform: Shape 13">
                <a:extLst>
                  <a:ext uri="{FF2B5EF4-FFF2-40B4-BE49-F238E27FC236}">
                    <a16:creationId xmlns:a16="http://schemas.microsoft.com/office/drawing/2014/main" id="{A4B16851-F8E3-C3FD-8136-FD5A6B672673}"/>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0" name="Freeform: Shape 14">
                <a:extLst>
                  <a:ext uri="{FF2B5EF4-FFF2-40B4-BE49-F238E27FC236}">
                    <a16:creationId xmlns:a16="http://schemas.microsoft.com/office/drawing/2014/main" id="{11BF083C-7A72-96AB-17A2-4B2811DA4DAC}"/>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1" name="Freeform: Shape 15">
                <a:extLst>
                  <a:ext uri="{FF2B5EF4-FFF2-40B4-BE49-F238E27FC236}">
                    <a16:creationId xmlns:a16="http://schemas.microsoft.com/office/drawing/2014/main" id="{6EE72C08-11F6-6DD7-A305-A938863DC9C3}"/>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2" name="Freeform: Shape 16">
                <a:extLst>
                  <a:ext uri="{FF2B5EF4-FFF2-40B4-BE49-F238E27FC236}">
                    <a16:creationId xmlns:a16="http://schemas.microsoft.com/office/drawing/2014/main" id="{A9D89238-222D-63EA-75D3-04A85D04A281}"/>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3" name="Freeform: Shape 17">
                <a:extLst>
                  <a:ext uri="{FF2B5EF4-FFF2-40B4-BE49-F238E27FC236}">
                    <a16:creationId xmlns:a16="http://schemas.microsoft.com/office/drawing/2014/main" id="{738F426D-54EB-9459-8512-A9D98117CA9A}"/>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4" name="Freeform: Shape 18">
                <a:extLst>
                  <a:ext uri="{FF2B5EF4-FFF2-40B4-BE49-F238E27FC236}">
                    <a16:creationId xmlns:a16="http://schemas.microsoft.com/office/drawing/2014/main" id="{53D9A39A-AA7C-B657-02F6-58E36FC87CA1}"/>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5" name="Freeform: Shape 19">
                <a:extLst>
                  <a:ext uri="{FF2B5EF4-FFF2-40B4-BE49-F238E27FC236}">
                    <a16:creationId xmlns:a16="http://schemas.microsoft.com/office/drawing/2014/main" id="{470D14E5-A9B1-8CA9-0D58-282D9661AAFA}"/>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6" name="Freeform: Shape 20">
                <a:extLst>
                  <a:ext uri="{FF2B5EF4-FFF2-40B4-BE49-F238E27FC236}">
                    <a16:creationId xmlns:a16="http://schemas.microsoft.com/office/drawing/2014/main" id="{20CFC48F-52EE-06EC-B76B-E346148F43EB}"/>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7" name="Freeform: Shape 21">
                <a:extLst>
                  <a:ext uri="{FF2B5EF4-FFF2-40B4-BE49-F238E27FC236}">
                    <a16:creationId xmlns:a16="http://schemas.microsoft.com/office/drawing/2014/main" id="{30E4C1C9-4BEC-3682-30B6-453FBC7AA9B8}"/>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8" name="Freeform: Shape 22">
                <a:extLst>
                  <a:ext uri="{FF2B5EF4-FFF2-40B4-BE49-F238E27FC236}">
                    <a16:creationId xmlns:a16="http://schemas.microsoft.com/office/drawing/2014/main" id="{19B86674-42C7-4CFB-78B2-9562EC53E7C0}"/>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9" name="Freeform: Shape 23">
                <a:extLst>
                  <a:ext uri="{FF2B5EF4-FFF2-40B4-BE49-F238E27FC236}">
                    <a16:creationId xmlns:a16="http://schemas.microsoft.com/office/drawing/2014/main" id="{4808B27B-E05A-3611-E80F-005EDD1EE2CF}"/>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0" name="Freeform: Shape 24">
                <a:extLst>
                  <a:ext uri="{FF2B5EF4-FFF2-40B4-BE49-F238E27FC236}">
                    <a16:creationId xmlns:a16="http://schemas.microsoft.com/office/drawing/2014/main" id="{F2C9EF18-F3E3-5BC0-050E-46A8D1779A2B}"/>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1" name="Freeform: Shape 25">
                <a:extLst>
                  <a:ext uri="{FF2B5EF4-FFF2-40B4-BE49-F238E27FC236}">
                    <a16:creationId xmlns:a16="http://schemas.microsoft.com/office/drawing/2014/main" id="{DEFB1EB0-E727-9292-6328-AC0CC021BBE6}"/>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2" name="Freeform: Shape 26">
                <a:extLst>
                  <a:ext uri="{FF2B5EF4-FFF2-40B4-BE49-F238E27FC236}">
                    <a16:creationId xmlns:a16="http://schemas.microsoft.com/office/drawing/2014/main" id="{2674C5E1-3B63-883C-1A98-EF137968F6CB}"/>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3" name="Freeform: Shape 27">
                <a:extLst>
                  <a:ext uri="{FF2B5EF4-FFF2-40B4-BE49-F238E27FC236}">
                    <a16:creationId xmlns:a16="http://schemas.microsoft.com/office/drawing/2014/main" id="{E1A0DD07-4EC8-517A-128A-B61EF12D14D7}"/>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4" name="Freeform: Shape 28">
                <a:extLst>
                  <a:ext uri="{FF2B5EF4-FFF2-40B4-BE49-F238E27FC236}">
                    <a16:creationId xmlns:a16="http://schemas.microsoft.com/office/drawing/2014/main" id="{1C3AA7F6-56EE-DF6D-3844-991925FBF6C9}"/>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5" name="Freeform: Shape 29">
                <a:extLst>
                  <a:ext uri="{FF2B5EF4-FFF2-40B4-BE49-F238E27FC236}">
                    <a16:creationId xmlns:a16="http://schemas.microsoft.com/office/drawing/2014/main" id="{733145BB-E20F-CA56-DFD0-6876F8E7B130}"/>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6" name="Freeform: Shape 30">
                <a:extLst>
                  <a:ext uri="{FF2B5EF4-FFF2-40B4-BE49-F238E27FC236}">
                    <a16:creationId xmlns:a16="http://schemas.microsoft.com/office/drawing/2014/main" id="{66FC6D89-638C-F59A-0FEB-92B5E05C3F2E}"/>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7" name="Freeform: Shape 31">
                <a:extLst>
                  <a:ext uri="{FF2B5EF4-FFF2-40B4-BE49-F238E27FC236}">
                    <a16:creationId xmlns:a16="http://schemas.microsoft.com/office/drawing/2014/main" id="{C9ED9EA7-52D6-CCF1-2D59-7BFD7EA1323E}"/>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8" name="Freeform: Shape 32">
                <a:extLst>
                  <a:ext uri="{FF2B5EF4-FFF2-40B4-BE49-F238E27FC236}">
                    <a16:creationId xmlns:a16="http://schemas.microsoft.com/office/drawing/2014/main" id="{11D9CBE9-DF7B-5407-9D18-6E56F8804599}"/>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9" name="Freeform: Shape 33">
                <a:extLst>
                  <a:ext uri="{FF2B5EF4-FFF2-40B4-BE49-F238E27FC236}">
                    <a16:creationId xmlns:a16="http://schemas.microsoft.com/office/drawing/2014/main" id="{23EE804C-6015-432C-35C9-3D410A575638}"/>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0" name="Freeform: Shape 34">
                <a:extLst>
                  <a:ext uri="{FF2B5EF4-FFF2-40B4-BE49-F238E27FC236}">
                    <a16:creationId xmlns:a16="http://schemas.microsoft.com/office/drawing/2014/main" id="{F82A965A-922E-EA80-F4C4-013A8D6F8339}"/>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1" name="Freeform: Shape 35">
                <a:extLst>
                  <a:ext uri="{FF2B5EF4-FFF2-40B4-BE49-F238E27FC236}">
                    <a16:creationId xmlns:a16="http://schemas.microsoft.com/office/drawing/2014/main" id="{9F97966A-77A2-4132-92A6-0471E8583E6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2" name="Freeform: Shape 36">
                <a:extLst>
                  <a:ext uri="{FF2B5EF4-FFF2-40B4-BE49-F238E27FC236}">
                    <a16:creationId xmlns:a16="http://schemas.microsoft.com/office/drawing/2014/main" id="{C1E443D2-12BC-7070-6186-C0752204BEB2}"/>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3" name="Freeform: Shape 37">
                <a:extLst>
                  <a:ext uri="{FF2B5EF4-FFF2-40B4-BE49-F238E27FC236}">
                    <a16:creationId xmlns:a16="http://schemas.microsoft.com/office/drawing/2014/main" id="{76103B27-8BBA-1F55-418C-F86F194C092B}"/>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4" name="Freeform: Shape 38">
                <a:extLst>
                  <a:ext uri="{FF2B5EF4-FFF2-40B4-BE49-F238E27FC236}">
                    <a16:creationId xmlns:a16="http://schemas.microsoft.com/office/drawing/2014/main" id="{ABA14854-2FD4-26C6-26FA-1C52DE06E111}"/>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sp>
        <p:nvSpPr>
          <p:cNvPr id="2" name="Title 1">
            <a:extLst>
              <a:ext uri="{FF2B5EF4-FFF2-40B4-BE49-F238E27FC236}">
                <a16:creationId xmlns:a16="http://schemas.microsoft.com/office/drawing/2014/main" id="{7689FBE2-C6B7-A033-ED42-A139F0AFFE6D}"/>
              </a:ext>
            </a:extLst>
          </p:cNvPr>
          <p:cNvSpPr>
            <a:spLocks noGrp="1"/>
          </p:cNvSpPr>
          <p:nvPr>
            <p:ph type="ctrTitle"/>
          </p:nvPr>
        </p:nvSpPr>
        <p:spPr>
          <a:xfrm>
            <a:off x="287475" y="409455"/>
            <a:ext cx="10826642" cy="710633"/>
          </a:xfrm>
        </p:spPr>
        <p:txBody>
          <a:bodyPr>
            <a:normAutofit fontScale="90000"/>
          </a:bodyPr>
          <a:lstStyle/>
          <a:p>
            <a:r>
              <a:rPr lang="en-US" dirty="0"/>
              <a:t>Introduction &amp; Problem Statement</a:t>
            </a:r>
            <a:endParaRPr lang="en-IN" b="1" dirty="0">
              <a:latin typeface="+mn-lt"/>
            </a:endParaRPr>
          </a:p>
        </p:txBody>
      </p:sp>
      <p:sp>
        <p:nvSpPr>
          <p:cNvPr id="3" name="Subtitle 2">
            <a:extLst>
              <a:ext uri="{FF2B5EF4-FFF2-40B4-BE49-F238E27FC236}">
                <a16:creationId xmlns:a16="http://schemas.microsoft.com/office/drawing/2014/main" id="{A53DCB13-849A-DA6A-3A1B-22B79F0B38C2}"/>
              </a:ext>
            </a:extLst>
          </p:cNvPr>
          <p:cNvSpPr>
            <a:spLocks noGrp="1"/>
          </p:cNvSpPr>
          <p:nvPr>
            <p:ph type="subTitle" idx="1"/>
          </p:nvPr>
        </p:nvSpPr>
        <p:spPr>
          <a:xfrm>
            <a:off x="121328" y="1313991"/>
            <a:ext cx="12022187" cy="4346976"/>
          </a:xfrm>
        </p:spPr>
        <p:txBody>
          <a:bodyPr>
            <a:normAutofit fontScale="55000" lnSpcReduction="20000"/>
          </a:bodyPr>
          <a:lstStyle/>
          <a:p>
            <a:pPr marL="357911" marR="1620596" indent="303568" algn="l" rtl="0">
              <a:buNone/>
            </a:pPr>
            <a:r>
              <a:rPr lang="en-US" sz="1800" b="1" i="0" u="none" strike="noStrike" dirty="0">
                <a:solidFill>
                  <a:srgbClr val="000000"/>
                </a:solidFill>
                <a:effectLst/>
                <a:latin typeface="Arial" panose="020B0604020202020204" pitchFamily="34" charset="0"/>
              </a:rPr>
              <a:t> </a:t>
            </a:r>
            <a:endParaRPr lang="en-US" sz="4800" b="0" dirty="0">
              <a:effectLst/>
            </a:endParaRPr>
          </a:p>
          <a:p>
            <a:pPr algn="l"/>
            <a:r>
              <a:rPr lang="en-US" sz="4400" dirty="0"/>
              <a:t>Sign language is a vital communication method for individuals with hearing or speech impairments. Traditional methods of sign recognition often require costly and non-portable hardware, such as gloves or depth sensors. In this project, we leverage the advanced object detection capabilities of the YOLO (You Only Look Once) model, specifically YOLOv11 and YOLOv12, to develop a lightweight and accurate sign language recognition system. </a:t>
            </a:r>
          </a:p>
          <a:p>
            <a:pPr algn="l"/>
            <a:endParaRPr lang="en-US" sz="4800" dirty="0"/>
          </a:p>
          <a:p>
            <a:pPr algn="l"/>
            <a:endParaRPr lang="en-US" sz="4800" dirty="0"/>
          </a:p>
          <a:p>
            <a:pPr algn="l"/>
            <a:r>
              <a:rPr lang="en-US" sz="4400" dirty="0"/>
              <a:t>The primary challenge addressed in this project is the real-time detection and interpretation of sign language gestures, especially those involving intricate finger positions and subtle hand motions. Our problem statement revolves around creating a robust, real-time detection system that functions well under various environmental conditions, including different lighting scenarios, and across multiple platforms (e.g., desktop and mobile).</a:t>
            </a:r>
          </a:p>
        </p:txBody>
      </p:sp>
      <p:grpSp>
        <p:nvGrpSpPr>
          <p:cNvPr id="4" name="Group 3">
            <a:extLst>
              <a:ext uri="{FF2B5EF4-FFF2-40B4-BE49-F238E27FC236}">
                <a16:creationId xmlns:a16="http://schemas.microsoft.com/office/drawing/2014/main" id="{7B9D237D-87DA-BFFC-EB56-A985BA488EEE}"/>
              </a:ext>
            </a:extLst>
          </p:cNvPr>
          <p:cNvGrpSpPr/>
          <p:nvPr/>
        </p:nvGrpSpPr>
        <p:grpSpPr>
          <a:xfrm>
            <a:off x="4406192" y="6117537"/>
            <a:ext cx="7369479" cy="465286"/>
            <a:chOff x="4817758" y="6382984"/>
            <a:chExt cx="7369479" cy="465286"/>
          </a:xfrm>
        </p:grpSpPr>
        <p:sp>
          <p:nvSpPr>
            <p:cNvPr id="5" name="Rectangle 4">
              <a:extLst>
                <a:ext uri="{FF2B5EF4-FFF2-40B4-BE49-F238E27FC236}">
                  <a16:creationId xmlns:a16="http://schemas.microsoft.com/office/drawing/2014/main" id="{8E1AFDDE-0073-AFF3-14E6-2F4CBA9B7355}"/>
                </a:ext>
              </a:extLst>
            </p:cNvPr>
            <p:cNvSpPr/>
            <p:nvPr/>
          </p:nvSpPr>
          <p:spPr>
            <a:xfrm>
              <a:off x="4817758" y="6382984"/>
              <a:ext cx="7369479" cy="4652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6" name="Picture 5">
              <a:extLst>
                <a:ext uri="{FF2B5EF4-FFF2-40B4-BE49-F238E27FC236}">
                  <a16:creationId xmlns:a16="http://schemas.microsoft.com/office/drawing/2014/main" id="{910F5FA2-A203-453A-E0EF-60775B5550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3655" y="6397831"/>
              <a:ext cx="7281503" cy="417465"/>
            </a:xfrm>
            <a:prstGeom prst="rect">
              <a:avLst/>
            </a:prstGeom>
            <a:ln>
              <a:solidFill>
                <a:schemeClr val="bg1"/>
              </a:solidFill>
            </a:ln>
          </p:spPr>
        </p:pic>
      </p:grpSp>
      <p:grpSp>
        <p:nvGrpSpPr>
          <p:cNvPr id="45" name="Group 44">
            <a:extLst>
              <a:ext uri="{FF2B5EF4-FFF2-40B4-BE49-F238E27FC236}">
                <a16:creationId xmlns:a16="http://schemas.microsoft.com/office/drawing/2014/main" id="{CB4BB6BE-56C8-9AC0-BD70-6C3AABC288A0}"/>
              </a:ext>
            </a:extLst>
          </p:cNvPr>
          <p:cNvGrpSpPr/>
          <p:nvPr/>
        </p:nvGrpSpPr>
        <p:grpSpPr>
          <a:xfrm>
            <a:off x="97003" y="6193544"/>
            <a:ext cx="4247655" cy="273466"/>
            <a:chOff x="4366684" y="2926127"/>
            <a:chExt cx="3278335" cy="2571063"/>
          </a:xfrm>
        </p:grpSpPr>
        <p:sp>
          <p:nvSpPr>
            <p:cNvPr id="46" name="Freeform: Shape 4">
              <a:extLst>
                <a:ext uri="{FF2B5EF4-FFF2-40B4-BE49-F238E27FC236}">
                  <a16:creationId xmlns:a16="http://schemas.microsoft.com/office/drawing/2014/main" id="{C745E596-5E7F-7FD8-4876-C0A16B825FF1}"/>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7" name="Freeform: Shape 5">
              <a:extLst>
                <a:ext uri="{FF2B5EF4-FFF2-40B4-BE49-F238E27FC236}">
                  <a16:creationId xmlns:a16="http://schemas.microsoft.com/office/drawing/2014/main" id="{0C67B815-93B2-66ED-CD18-9C76E263F07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8" name="Freeform: Shape 6">
              <a:extLst>
                <a:ext uri="{FF2B5EF4-FFF2-40B4-BE49-F238E27FC236}">
                  <a16:creationId xmlns:a16="http://schemas.microsoft.com/office/drawing/2014/main" id="{74943945-1DE1-1C86-2932-0DE7A90E4DC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9" name="Freeform: Shape 7">
              <a:extLst>
                <a:ext uri="{FF2B5EF4-FFF2-40B4-BE49-F238E27FC236}">
                  <a16:creationId xmlns:a16="http://schemas.microsoft.com/office/drawing/2014/main" id="{2805348A-2BC2-3097-0DC9-5FD258CE06EE}"/>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0" name="Freeform: Shape 8">
              <a:extLst>
                <a:ext uri="{FF2B5EF4-FFF2-40B4-BE49-F238E27FC236}">
                  <a16:creationId xmlns:a16="http://schemas.microsoft.com/office/drawing/2014/main" id="{CBF426B5-4C0E-E15D-4B59-52DE37036413}"/>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1" name="Freeform: Shape 9">
              <a:extLst>
                <a:ext uri="{FF2B5EF4-FFF2-40B4-BE49-F238E27FC236}">
                  <a16:creationId xmlns:a16="http://schemas.microsoft.com/office/drawing/2014/main" id="{CD1491B0-FA87-78F7-1E49-75861D10E593}"/>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2" name="Freeform: Shape 10">
              <a:extLst>
                <a:ext uri="{FF2B5EF4-FFF2-40B4-BE49-F238E27FC236}">
                  <a16:creationId xmlns:a16="http://schemas.microsoft.com/office/drawing/2014/main" id="{8385BF8E-554D-734F-EBEE-F897EE2E1718}"/>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3" name="Freeform: Shape 11">
              <a:extLst>
                <a:ext uri="{FF2B5EF4-FFF2-40B4-BE49-F238E27FC236}">
                  <a16:creationId xmlns:a16="http://schemas.microsoft.com/office/drawing/2014/main" id="{17318149-0225-AD92-5B2B-30FCDEBDDE37}"/>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4" name="Freeform: Shape 12">
              <a:extLst>
                <a:ext uri="{FF2B5EF4-FFF2-40B4-BE49-F238E27FC236}">
                  <a16:creationId xmlns:a16="http://schemas.microsoft.com/office/drawing/2014/main" id="{7D67FEED-9CE4-00E9-D0E9-DE486D65063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5" name="Freeform: Shape 13">
              <a:extLst>
                <a:ext uri="{FF2B5EF4-FFF2-40B4-BE49-F238E27FC236}">
                  <a16:creationId xmlns:a16="http://schemas.microsoft.com/office/drawing/2014/main" id="{A691C202-DDD6-87FD-1543-82388C12DD4F}"/>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6" name="Freeform: Shape 14">
              <a:extLst>
                <a:ext uri="{FF2B5EF4-FFF2-40B4-BE49-F238E27FC236}">
                  <a16:creationId xmlns:a16="http://schemas.microsoft.com/office/drawing/2014/main" id="{089845B7-00EE-74B5-578E-DE8C00388FD9}"/>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7" name="Freeform: Shape 15">
              <a:extLst>
                <a:ext uri="{FF2B5EF4-FFF2-40B4-BE49-F238E27FC236}">
                  <a16:creationId xmlns:a16="http://schemas.microsoft.com/office/drawing/2014/main" id="{E4858D91-FD5F-9F73-909D-47A11EBBD567}"/>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8" name="Freeform: Shape 16">
              <a:extLst>
                <a:ext uri="{FF2B5EF4-FFF2-40B4-BE49-F238E27FC236}">
                  <a16:creationId xmlns:a16="http://schemas.microsoft.com/office/drawing/2014/main" id="{9ABD699C-5A37-0991-3290-CC5539B0AC30}"/>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9" name="Freeform: Shape 17">
              <a:extLst>
                <a:ext uri="{FF2B5EF4-FFF2-40B4-BE49-F238E27FC236}">
                  <a16:creationId xmlns:a16="http://schemas.microsoft.com/office/drawing/2014/main" id="{925FE3BC-9388-109F-19E4-BFE85EC37B4B}"/>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0" name="Freeform: Shape 18">
              <a:extLst>
                <a:ext uri="{FF2B5EF4-FFF2-40B4-BE49-F238E27FC236}">
                  <a16:creationId xmlns:a16="http://schemas.microsoft.com/office/drawing/2014/main" id="{45520AD8-4E19-EC26-92A4-80E485B5DA4C}"/>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1" name="Freeform: Shape 19">
              <a:extLst>
                <a:ext uri="{FF2B5EF4-FFF2-40B4-BE49-F238E27FC236}">
                  <a16:creationId xmlns:a16="http://schemas.microsoft.com/office/drawing/2014/main" id="{FD089F84-E723-83F0-E2A5-96C5AAF1A22B}"/>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2" name="Freeform: Shape 20">
              <a:extLst>
                <a:ext uri="{FF2B5EF4-FFF2-40B4-BE49-F238E27FC236}">
                  <a16:creationId xmlns:a16="http://schemas.microsoft.com/office/drawing/2014/main" id="{3CD58262-E898-E637-5CF0-098A67520F13}"/>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3" name="Freeform: Shape 21">
              <a:extLst>
                <a:ext uri="{FF2B5EF4-FFF2-40B4-BE49-F238E27FC236}">
                  <a16:creationId xmlns:a16="http://schemas.microsoft.com/office/drawing/2014/main" id="{39579F2B-FD60-4EC6-D28E-94E75B6EEA2C}"/>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4" name="Freeform: Shape 22">
              <a:extLst>
                <a:ext uri="{FF2B5EF4-FFF2-40B4-BE49-F238E27FC236}">
                  <a16:creationId xmlns:a16="http://schemas.microsoft.com/office/drawing/2014/main" id="{CB8DA42E-893E-620D-0D1B-6CA4A7B19222}"/>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5" name="Freeform: Shape 23">
              <a:extLst>
                <a:ext uri="{FF2B5EF4-FFF2-40B4-BE49-F238E27FC236}">
                  <a16:creationId xmlns:a16="http://schemas.microsoft.com/office/drawing/2014/main" id="{7E1E1B76-949A-B970-4144-D9E8F99D9857}"/>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6" name="Freeform: Shape 24">
              <a:extLst>
                <a:ext uri="{FF2B5EF4-FFF2-40B4-BE49-F238E27FC236}">
                  <a16:creationId xmlns:a16="http://schemas.microsoft.com/office/drawing/2014/main" id="{1ED08CF2-ED9F-C041-4BC8-D449F4945035}"/>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7" name="Freeform: Shape 25">
              <a:extLst>
                <a:ext uri="{FF2B5EF4-FFF2-40B4-BE49-F238E27FC236}">
                  <a16:creationId xmlns:a16="http://schemas.microsoft.com/office/drawing/2014/main" id="{4DB32E45-EF62-4998-8972-872BDB035951}"/>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8" name="Freeform: Shape 26">
              <a:extLst>
                <a:ext uri="{FF2B5EF4-FFF2-40B4-BE49-F238E27FC236}">
                  <a16:creationId xmlns:a16="http://schemas.microsoft.com/office/drawing/2014/main" id="{F759D5A0-8BCF-12F9-4B57-CF89DAAF91D0}"/>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9" name="Freeform: Shape 27">
              <a:extLst>
                <a:ext uri="{FF2B5EF4-FFF2-40B4-BE49-F238E27FC236}">
                  <a16:creationId xmlns:a16="http://schemas.microsoft.com/office/drawing/2014/main" id="{9DB5EA2B-DF43-3718-B890-0D6976592237}"/>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0" name="Freeform: Shape 28">
              <a:extLst>
                <a:ext uri="{FF2B5EF4-FFF2-40B4-BE49-F238E27FC236}">
                  <a16:creationId xmlns:a16="http://schemas.microsoft.com/office/drawing/2014/main" id="{C582D210-9034-838B-EBDB-7A44606BBDF2}"/>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1" name="Freeform: Shape 29">
              <a:extLst>
                <a:ext uri="{FF2B5EF4-FFF2-40B4-BE49-F238E27FC236}">
                  <a16:creationId xmlns:a16="http://schemas.microsoft.com/office/drawing/2014/main" id="{19030CF3-365C-1CAA-93EA-13A6EF6F5F11}"/>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2" name="Freeform: Shape 30">
              <a:extLst>
                <a:ext uri="{FF2B5EF4-FFF2-40B4-BE49-F238E27FC236}">
                  <a16:creationId xmlns:a16="http://schemas.microsoft.com/office/drawing/2014/main" id="{E8957CE8-C689-EC09-C1CE-0CB4026BBE25}"/>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3" name="Freeform: Shape 31">
              <a:extLst>
                <a:ext uri="{FF2B5EF4-FFF2-40B4-BE49-F238E27FC236}">
                  <a16:creationId xmlns:a16="http://schemas.microsoft.com/office/drawing/2014/main" id="{D94092CB-E296-EEE3-94B4-59AD48B6F72B}"/>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4" name="Freeform: Shape 32">
              <a:extLst>
                <a:ext uri="{FF2B5EF4-FFF2-40B4-BE49-F238E27FC236}">
                  <a16:creationId xmlns:a16="http://schemas.microsoft.com/office/drawing/2014/main" id="{CB4DB029-9BD3-E61C-8FFD-24CEACA9DFF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5" name="Freeform: Shape 33">
              <a:extLst>
                <a:ext uri="{FF2B5EF4-FFF2-40B4-BE49-F238E27FC236}">
                  <a16:creationId xmlns:a16="http://schemas.microsoft.com/office/drawing/2014/main" id="{B758CD01-DA52-9E61-B8A5-921307179DA8}"/>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6" name="Freeform: Shape 34">
              <a:extLst>
                <a:ext uri="{FF2B5EF4-FFF2-40B4-BE49-F238E27FC236}">
                  <a16:creationId xmlns:a16="http://schemas.microsoft.com/office/drawing/2014/main" id="{0C330576-A38E-4998-E13A-B7753C5E0600}"/>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7" name="Freeform: Shape 35">
              <a:extLst>
                <a:ext uri="{FF2B5EF4-FFF2-40B4-BE49-F238E27FC236}">
                  <a16:creationId xmlns:a16="http://schemas.microsoft.com/office/drawing/2014/main" id="{21BFCAB4-CEEF-D836-879B-7CC94C3371FE}"/>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8" name="Freeform: Shape 36">
              <a:extLst>
                <a:ext uri="{FF2B5EF4-FFF2-40B4-BE49-F238E27FC236}">
                  <a16:creationId xmlns:a16="http://schemas.microsoft.com/office/drawing/2014/main" id="{AB1AEF5A-F316-8AA7-B878-B1C202F0B530}"/>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9" name="Freeform: Shape 37">
              <a:extLst>
                <a:ext uri="{FF2B5EF4-FFF2-40B4-BE49-F238E27FC236}">
                  <a16:creationId xmlns:a16="http://schemas.microsoft.com/office/drawing/2014/main" id="{28D4E1AF-2C74-AA3C-AAAF-284546467924}"/>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80" name="Freeform: Shape 38">
              <a:extLst>
                <a:ext uri="{FF2B5EF4-FFF2-40B4-BE49-F238E27FC236}">
                  <a16:creationId xmlns:a16="http://schemas.microsoft.com/office/drawing/2014/main" id="{F7754812-B36C-3B3B-3F82-461CFDFD3DA8}"/>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84" name="TextBox 83">
            <a:extLst>
              <a:ext uri="{FF2B5EF4-FFF2-40B4-BE49-F238E27FC236}">
                <a16:creationId xmlns:a16="http://schemas.microsoft.com/office/drawing/2014/main" id="{92645025-9F56-EACC-79E3-EFFE0511957B}"/>
              </a:ext>
            </a:extLst>
          </p:cNvPr>
          <p:cNvSpPr txBox="1"/>
          <p:nvPr/>
        </p:nvSpPr>
        <p:spPr>
          <a:xfrm>
            <a:off x="11796280" y="6256621"/>
            <a:ext cx="211514" cy="369332"/>
          </a:xfrm>
          <a:prstGeom prst="rect">
            <a:avLst/>
          </a:prstGeom>
          <a:noFill/>
        </p:spPr>
        <p:txBody>
          <a:bodyPr wrap="square">
            <a:spAutoFit/>
          </a:bodyPr>
          <a:lstStyle/>
          <a:p>
            <a:fld id="{38A635C9-4A98-4745-BD96-9D0E32025E69}" type="slidenum">
              <a:rPr lang="en-IN" smtClean="0"/>
              <a:pPr/>
              <a:t>3</a:t>
            </a:fld>
            <a:endParaRPr lang="en-IN" dirty="0"/>
          </a:p>
        </p:txBody>
      </p:sp>
      <p:sp>
        <p:nvSpPr>
          <p:cNvPr id="85" name="Rectangle 84">
            <a:extLst>
              <a:ext uri="{FF2B5EF4-FFF2-40B4-BE49-F238E27FC236}">
                <a16:creationId xmlns:a16="http://schemas.microsoft.com/office/drawing/2014/main" id="{4322544A-58EE-727A-A6B7-55B52C95FB59}"/>
              </a:ext>
            </a:extLst>
          </p:cNvPr>
          <p:cNvSpPr/>
          <p:nvPr/>
        </p:nvSpPr>
        <p:spPr>
          <a:xfrm>
            <a:off x="11799489" y="6193544"/>
            <a:ext cx="295508" cy="3693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endParaRPr lang="en-IN" dirty="0"/>
          </a:p>
        </p:txBody>
      </p:sp>
    </p:spTree>
    <p:extLst>
      <p:ext uri="{BB962C8B-B14F-4D97-AF65-F5344CB8AC3E}">
        <p14:creationId xmlns:p14="http://schemas.microsoft.com/office/powerpoint/2010/main" val="3318068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2179C-F05C-147D-752D-87DA1260EA2C}"/>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6286A71B-6CCA-BF57-1E0E-D0F85A170C8D}"/>
              </a:ext>
            </a:extLst>
          </p:cNvPr>
          <p:cNvGrpSpPr/>
          <p:nvPr/>
        </p:nvGrpSpPr>
        <p:grpSpPr>
          <a:xfrm>
            <a:off x="45343" y="6149703"/>
            <a:ext cx="12098172" cy="476250"/>
            <a:chOff x="0" y="6381750"/>
            <a:chExt cx="12192000" cy="476250"/>
          </a:xfrm>
          <a:solidFill>
            <a:srgbClr val="C00000"/>
          </a:solidFill>
        </p:grpSpPr>
        <p:sp>
          <p:nvSpPr>
            <p:cNvPr id="8" name="Rectangle 7">
              <a:extLst>
                <a:ext uri="{FF2B5EF4-FFF2-40B4-BE49-F238E27FC236}">
                  <a16:creationId xmlns:a16="http://schemas.microsoft.com/office/drawing/2014/main" id="{58BDE490-B18A-08CF-8A1F-27F1D9D9C930}"/>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9" name="Group 8">
              <a:extLst>
                <a:ext uri="{FF2B5EF4-FFF2-40B4-BE49-F238E27FC236}">
                  <a16:creationId xmlns:a16="http://schemas.microsoft.com/office/drawing/2014/main" id="{718D5329-5CCE-FEAB-1A0F-B334CADDF97C}"/>
                </a:ext>
              </a:extLst>
            </p:cNvPr>
            <p:cNvGrpSpPr/>
            <p:nvPr/>
          </p:nvGrpSpPr>
          <p:grpSpPr>
            <a:xfrm>
              <a:off x="160089" y="6467143"/>
              <a:ext cx="4087748" cy="273466"/>
              <a:chOff x="4366684" y="2926127"/>
              <a:chExt cx="3278335" cy="2571063"/>
            </a:xfrm>
            <a:grpFill/>
          </p:grpSpPr>
          <p:sp>
            <p:nvSpPr>
              <p:cNvPr id="10" name="Freeform: Shape 4">
                <a:extLst>
                  <a:ext uri="{FF2B5EF4-FFF2-40B4-BE49-F238E27FC236}">
                    <a16:creationId xmlns:a16="http://schemas.microsoft.com/office/drawing/2014/main" id="{1641DA25-5FC6-174F-1CBF-C104202DFA73}"/>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 name="Freeform: Shape 5">
                <a:extLst>
                  <a:ext uri="{FF2B5EF4-FFF2-40B4-BE49-F238E27FC236}">
                    <a16:creationId xmlns:a16="http://schemas.microsoft.com/office/drawing/2014/main" id="{54945FA2-5BEA-70E3-495E-90F95D5EC59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 name="Freeform: Shape 6">
                <a:extLst>
                  <a:ext uri="{FF2B5EF4-FFF2-40B4-BE49-F238E27FC236}">
                    <a16:creationId xmlns:a16="http://schemas.microsoft.com/office/drawing/2014/main" id="{5AF134F5-E01F-DF33-3BD5-2A4D6181A45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3" name="Freeform: Shape 7">
                <a:extLst>
                  <a:ext uri="{FF2B5EF4-FFF2-40B4-BE49-F238E27FC236}">
                    <a16:creationId xmlns:a16="http://schemas.microsoft.com/office/drawing/2014/main" id="{EDA8B4DC-09B8-6DE1-80BA-7E0A119673AB}"/>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4" name="Freeform: Shape 8">
                <a:extLst>
                  <a:ext uri="{FF2B5EF4-FFF2-40B4-BE49-F238E27FC236}">
                    <a16:creationId xmlns:a16="http://schemas.microsoft.com/office/drawing/2014/main" id="{E39D79FC-51EC-1FBB-3F6E-9DA17557948C}"/>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5" name="Freeform: Shape 9">
                <a:extLst>
                  <a:ext uri="{FF2B5EF4-FFF2-40B4-BE49-F238E27FC236}">
                    <a16:creationId xmlns:a16="http://schemas.microsoft.com/office/drawing/2014/main" id="{BB314291-C521-DE51-E8E0-B37D27866411}"/>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6" name="Freeform: Shape 10">
                <a:extLst>
                  <a:ext uri="{FF2B5EF4-FFF2-40B4-BE49-F238E27FC236}">
                    <a16:creationId xmlns:a16="http://schemas.microsoft.com/office/drawing/2014/main" id="{350B0947-7F39-0C8C-F714-F79872029BE6}"/>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7" name="Freeform: Shape 11">
                <a:extLst>
                  <a:ext uri="{FF2B5EF4-FFF2-40B4-BE49-F238E27FC236}">
                    <a16:creationId xmlns:a16="http://schemas.microsoft.com/office/drawing/2014/main" id="{B4BD9857-DAFE-1A1A-36B1-0C35DCE63ED0}"/>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8" name="Freeform: Shape 12">
                <a:extLst>
                  <a:ext uri="{FF2B5EF4-FFF2-40B4-BE49-F238E27FC236}">
                    <a16:creationId xmlns:a16="http://schemas.microsoft.com/office/drawing/2014/main" id="{5C066CAE-95CF-68F8-A019-5C0754920039}"/>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9" name="Freeform: Shape 13">
                <a:extLst>
                  <a:ext uri="{FF2B5EF4-FFF2-40B4-BE49-F238E27FC236}">
                    <a16:creationId xmlns:a16="http://schemas.microsoft.com/office/drawing/2014/main" id="{A4B16851-F8E3-C3FD-8136-FD5A6B672673}"/>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0" name="Freeform: Shape 14">
                <a:extLst>
                  <a:ext uri="{FF2B5EF4-FFF2-40B4-BE49-F238E27FC236}">
                    <a16:creationId xmlns:a16="http://schemas.microsoft.com/office/drawing/2014/main" id="{11BF083C-7A72-96AB-17A2-4B2811DA4DAC}"/>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1" name="Freeform: Shape 15">
                <a:extLst>
                  <a:ext uri="{FF2B5EF4-FFF2-40B4-BE49-F238E27FC236}">
                    <a16:creationId xmlns:a16="http://schemas.microsoft.com/office/drawing/2014/main" id="{6EE72C08-11F6-6DD7-A305-A938863DC9C3}"/>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2" name="Freeform: Shape 16">
                <a:extLst>
                  <a:ext uri="{FF2B5EF4-FFF2-40B4-BE49-F238E27FC236}">
                    <a16:creationId xmlns:a16="http://schemas.microsoft.com/office/drawing/2014/main" id="{A9D89238-222D-63EA-75D3-04A85D04A281}"/>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3" name="Freeform: Shape 17">
                <a:extLst>
                  <a:ext uri="{FF2B5EF4-FFF2-40B4-BE49-F238E27FC236}">
                    <a16:creationId xmlns:a16="http://schemas.microsoft.com/office/drawing/2014/main" id="{738F426D-54EB-9459-8512-A9D98117CA9A}"/>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4" name="Freeform: Shape 18">
                <a:extLst>
                  <a:ext uri="{FF2B5EF4-FFF2-40B4-BE49-F238E27FC236}">
                    <a16:creationId xmlns:a16="http://schemas.microsoft.com/office/drawing/2014/main" id="{53D9A39A-AA7C-B657-02F6-58E36FC87CA1}"/>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5" name="Freeform: Shape 19">
                <a:extLst>
                  <a:ext uri="{FF2B5EF4-FFF2-40B4-BE49-F238E27FC236}">
                    <a16:creationId xmlns:a16="http://schemas.microsoft.com/office/drawing/2014/main" id="{470D14E5-A9B1-8CA9-0D58-282D9661AAFA}"/>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6" name="Freeform: Shape 20">
                <a:extLst>
                  <a:ext uri="{FF2B5EF4-FFF2-40B4-BE49-F238E27FC236}">
                    <a16:creationId xmlns:a16="http://schemas.microsoft.com/office/drawing/2014/main" id="{20CFC48F-52EE-06EC-B76B-E346148F43EB}"/>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7" name="Freeform: Shape 21">
                <a:extLst>
                  <a:ext uri="{FF2B5EF4-FFF2-40B4-BE49-F238E27FC236}">
                    <a16:creationId xmlns:a16="http://schemas.microsoft.com/office/drawing/2014/main" id="{30E4C1C9-4BEC-3682-30B6-453FBC7AA9B8}"/>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8" name="Freeform: Shape 22">
                <a:extLst>
                  <a:ext uri="{FF2B5EF4-FFF2-40B4-BE49-F238E27FC236}">
                    <a16:creationId xmlns:a16="http://schemas.microsoft.com/office/drawing/2014/main" id="{19B86674-42C7-4CFB-78B2-9562EC53E7C0}"/>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9" name="Freeform: Shape 23">
                <a:extLst>
                  <a:ext uri="{FF2B5EF4-FFF2-40B4-BE49-F238E27FC236}">
                    <a16:creationId xmlns:a16="http://schemas.microsoft.com/office/drawing/2014/main" id="{4808B27B-E05A-3611-E80F-005EDD1EE2CF}"/>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0" name="Freeform: Shape 24">
                <a:extLst>
                  <a:ext uri="{FF2B5EF4-FFF2-40B4-BE49-F238E27FC236}">
                    <a16:creationId xmlns:a16="http://schemas.microsoft.com/office/drawing/2014/main" id="{F2C9EF18-F3E3-5BC0-050E-46A8D1779A2B}"/>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1" name="Freeform: Shape 25">
                <a:extLst>
                  <a:ext uri="{FF2B5EF4-FFF2-40B4-BE49-F238E27FC236}">
                    <a16:creationId xmlns:a16="http://schemas.microsoft.com/office/drawing/2014/main" id="{DEFB1EB0-E727-9292-6328-AC0CC021BBE6}"/>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2" name="Freeform: Shape 26">
                <a:extLst>
                  <a:ext uri="{FF2B5EF4-FFF2-40B4-BE49-F238E27FC236}">
                    <a16:creationId xmlns:a16="http://schemas.microsoft.com/office/drawing/2014/main" id="{2674C5E1-3B63-883C-1A98-EF137968F6CB}"/>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3" name="Freeform: Shape 27">
                <a:extLst>
                  <a:ext uri="{FF2B5EF4-FFF2-40B4-BE49-F238E27FC236}">
                    <a16:creationId xmlns:a16="http://schemas.microsoft.com/office/drawing/2014/main" id="{E1A0DD07-4EC8-517A-128A-B61EF12D14D7}"/>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4" name="Freeform: Shape 28">
                <a:extLst>
                  <a:ext uri="{FF2B5EF4-FFF2-40B4-BE49-F238E27FC236}">
                    <a16:creationId xmlns:a16="http://schemas.microsoft.com/office/drawing/2014/main" id="{1C3AA7F6-56EE-DF6D-3844-991925FBF6C9}"/>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5" name="Freeform: Shape 29">
                <a:extLst>
                  <a:ext uri="{FF2B5EF4-FFF2-40B4-BE49-F238E27FC236}">
                    <a16:creationId xmlns:a16="http://schemas.microsoft.com/office/drawing/2014/main" id="{733145BB-E20F-CA56-DFD0-6876F8E7B130}"/>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6" name="Freeform: Shape 30">
                <a:extLst>
                  <a:ext uri="{FF2B5EF4-FFF2-40B4-BE49-F238E27FC236}">
                    <a16:creationId xmlns:a16="http://schemas.microsoft.com/office/drawing/2014/main" id="{66FC6D89-638C-F59A-0FEB-92B5E05C3F2E}"/>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7" name="Freeform: Shape 31">
                <a:extLst>
                  <a:ext uri="{FF2B5EF4-FFF2-40B4-BE49-F238E27FC236}">
                    <a16:creationId xmlns:a16="http://schemas.microsoft.com/office/drawing/2014/main" id="{C9ED9EA7-52D6-CCF1-2D59-7BFD7EA1323E}"/>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8" name="Freeform: Shape 32">
                <a:extLst>
                  <a:ext uri="{FF2B5EF4-FFF2-40B4-BE49-F238E27FC236}">
                    <a16:creationId xmlns:a16="http://schemas.microsoft.com/office/drawing/2014/main" id="{11D9CBE9-DF7B-5407-9D18-6E56F8804599}"/>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9" name="Freeform: Shape 33">
                <a:extLst>
                  <a:ext uri="{FF2B5EF4-FFF2-40B4-BE49-F238E27FC236}">
                    <a16:creationId xmlns:a16="http://schemas.microsoft.com/office/drawing/2014/main" id="{23EE804C-6015-432C-35C9-3D410A575638}"/>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0" name="Freeform: Shape 34">
                <a:extLst>
                  <a:ext uri="{FF2B5EF4-FFF2-40B4-BE49-F238E27FC236}">
                    <a16:creationId xmlns:a16="http://schemas.microsoft.com/office/drawing/2014/main" id="{F82A965A-922E-EA80-F4C4-013A8D6F8339}"/>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1" name="Freeform: Shape 35">
                <a:extLst>
                  <a:ext uri="{FF2B5EF4-FFF2-40B4-BE49-F238E27FC236}">
                    <a16:creationId xmlns:a16="http://schemas.microsoft.com/office/drawing/2014/main" id="{9F97966A-77A2-4132-92A6-0471E8583E6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2" name="Freeform: Shape 36">
                <a:extLst>
                  <a:ext uri="{FF2B5EF4-FFF2-40B4-BE49-F238E27FC236}">
                    <a16:creationId xmlns:a16="http://schemas.microsoft.com/office/drawing/2014/main" id="{C1E443D2-12BC-7070-6186-C0752204BEB2}"/>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3" name="Freeform: Shape 37">
                <a:extLst>
                  <a:ext uri="{FF2B5EF4-FFF2-40B4-BE49-F238E27FC236}">
                    <a16:creationId xmlns:a16="http://schemas.microsoft.com/office/drawing/2014/main" id="{76103B27-8BBA-1F55-418C-F86F194C092B}"/>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4" name="Freeform: Shape 38">
                <a:extLst>
                  <a:ext uri="{FF2B5EF4-FFF2-40B4-BE49-F238E27FC236}">
                    <a16:creationId xmlns:a16="http://schemas.microsoft.com/office/drawing/2014/main" id="{ABA14854-2FD4-26C6-26FA-1C52DE06E111}"/>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sp>
        <p:nvSpPr>
          <p:cNvPr id="2" name="Title 1">
            <a:extLst>
              <a:ext uri="{FF2B5EF4-FFF2-40B4-BE49-F238E27FC236}">
                <a16:creationId xmlns:a16="http://schemas.microsoft.com/office/drawing/2014/main" id="{7689FBE2-C6B7-A033-ED42-A139F0AFFE6D}"/>
              </a:ext>
            </a:extLst>
          </p:cNvPr>
          <p:cNvSpPr>
            <a:spLocks noGrp="1"/>
          </p:cNvSpPr>
          <p:nvPr>
            <p:ph type="ctrTitle"/>
          </p:nvPr>
        </p:nvSpPr>
        <p:spPr>
          <a:xfrm>
            <a:off x="287475" y="409455"/>
            <a:ext cx="10826642" cy="710633"/>
          </a:xfrm>
        </p:spPr>
        <p:txBody>
          <a:bodyPr>
            <a:normAutofit fontScale="90000"/>
          </a:bodyPr>
          <a:lstStyle/>
          <a:p>
            <a:r>
              <a:rPr lang="en-US" b="1" dirty="0"/>
              <a:t>Objectives</a:t>
            </a:r>
            <a:endParaRPr lang="en-IN" b="1" dirty="0">
              <a:latin typeface="+mn-lt"/>
            </a:endParaRPr>
          </a:p>
        </p:txBody>
      </p:sp>
      <p:grpSp>
        <p:nvGrpSpPr>
          <p:cNvPr id="4" name="Group 3">
            <a:extLst>
              <a:ext uri="{FF2B5EF4-FFF2-40B4-BE49-F238E27FC236}">
                <a16:creationId xmlns:a16="http://schemas.microsoft.com/office/drawing/2014/main" id="{7B9D237D-87DA-BFFC-EB56-A985BA488EEE}"/>
              </a:ext>
            </a:extLst>
          </p:cNvPr>
          <p:cNvGrpSpPr/>
          <p:nvPr/>
        </p:nvGrpSpPr>
        <p:grpSpPr>
          <a:xfrm>
            <a:off x="4406192" y="6117537"/>
            <a:ext cx="7369479" cy="465286"/>
            <a:chOff x="4817758" y="6382984"/>
            <a:chExt cx="7369479" cy="465286"/>
          </a:xfrm>
        </p:grpSpPr>
        <p:sp>
          <p:nvSpPr>
            <p:cNvPr id="5" name="Rectangle 4">
              <a:extLst>
                <a:ext uri="{FF2B5EF4-FFF2-40B4-BE49-F238E27FC236}">
                  <a16:creationId xmlns:a16="http://schemas.microsoft.com/office/drawing/2014/main" id="{8E1AFDDE-0073-AFF3-14E6-2F4CBA9B7355}"/>
                </a:ext>
              </a:extLst>
            </p:cNvPr>
            <p:cNvSpPr/>
            <p:nvPr/>
          </p:nvSpPr>
          <p:spPr>
            <a:xfrm>
              <a:off x="4817758" y="6382984"/>
              <a:ext cx="7369479" cy="4652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6" name="Picture 5">
              <a:extLst>
                <a:ext uri="{FF2B5EF4-FFF2-40B4-BE49-F238E27FC236}">
                  <a16:creationId xmlns:a16="http://schemas.microsoft.com/office/drawing/2014/main" id="{910F5FA2-A203-453A-E0EF-60775B5550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3655" y="6397831"/>
              <a:ext cx="7281503" cy="417465"/>
            </a:xfrm>
            <a:prstGeom prst="rect">
              <a:avLst/>
            </a:prstGeom>
            <a:ln>
              <a:solidFill>
                <a:schemeClr val="bg1"/>
              </a:solidFill>
            </a:ln>
          </p:spPr>
        </p:pic>
      </p:grpSp>
      <p:grpSp>
        <p:nvGrpSpPr>
          <p:cNvPr id="45" name="Group 44">
            <a:extLst>
              <a:ext uri="{FF2B5EF4-FFF2-40B4-BE49-F238E27FC236}">
                <a16:creationId xmlns:a16="http://schemas.microsoft.com/office/drawing/2014/main" id="{CB4BB6BE-56C8-9AC0-BD70-6C3AABC288A0}"/>
              </a:ext>
            </a:extLst>
          </p:cNvPr>
          <p:cNvGrpSpPr/>
          <p:nvPr/>
        </p:nvGrpSpPr>
        <p:grpSpPr>
          <a:xfrm>
            <a:off x="97003" y="6193544"/>
            <a:ext cx="4247655" cy="273466"/>
            <a:chOff x="4366684" y="2926127"/>
            <a:chExt cx="3278335" cy="2571063"/>
          </a:xfrm>
        </p:grpSpPr>
        <p:sp>
          <p:nvSpPr>
            <p:cNvPr id="46" name="Freeform: Shape 4">
              <a:extLst>
                <a:ext uri="{FF2B5EF4-FFF2-40B4-BE49-F238E27FC236}">
                  <a16:creationId xmlns:a16="http://schemas.microsoft.com/office/drawing/2014/main" id="{C745E596-5E7F-7FD8-4876-C0A16B825FF1}"/>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7" name="Freeform: Shape 5">
              <a:extLst>
                <a:ext uri="{FF2B5EF4-FFF2-40B4-BE49-F238E27FC236}">
                  <a16:creationId xmlns:a16="http://schemas.microsoft.com/office/drawing/2014/main" id="{0C67B815-93B2-66ED-CD18-9C76E263F07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8" name="Freeform: Shape 6">
              <a:extLst>
                <a:ext uri="{FF2B5EF4-FFF2-40B4-BE49-F238E27FC236}">
                  <a16:creationId xmlns:a16="http://schemas.microsoft.com/office/drawing/2014/main" id="{74943945-1DE1-1C86-2932-0DE7A90E4DC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9" name="Freeform: Shape 7">
              <a:extLst>
                <a:ext uri="{FF2B5EF4-FFF2-40B4-BE49-F238E27FC236}">
                  <a16:creationId xmlns:a16="http://schemas.microsoft.com/office/drawing/2014/main" id="{2805348A-2BC2-3097-0DC9-5FD258CE06EE}"/>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0" name="Freeform: Shape 8">
              <a:extLst>
                <a:ext uri="{FF2B5EF4-FFF2-40B4-BE49-F238E27FC236}">
                  <a16:creationId xmlns:a16="http://schemas.microsoft.com/office/drawing/2014/main" id="{CBF426B5-4C0E-E15D-4B59-52DE37036413}"/>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1" name="Freeform: Shape 9">
              <a:extLst>
                <a:ext uri="{FF2B5EF4-FFF2-40B4-BE49-F238E27FC236}">
                  <a16:creationId xmlns:a16="http://schemas.microsoft.com/office/drawing/2014/main" id="{CD1491B0-FA87-78F7-1E49-75861D10E593}"/>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2" name="Freeform: Shape 10">
              <a:extLst>
                <a:ext uri="{FF2B5EF4-FFF2-40B4-BE49-F238E27FC236}">
                  <a16:creationId xmlns:a16="http://schemas.microsoft.com/office/drawing/2014/main" id="{8385BF8E-554D-734F-EBEE-F897EE2E1718}"/>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3" name="Freeform: Shape 11">
              <a:extLst>
                <a:ext uri="{FF2B5EF4-FFF2-40B4-BE49-F238E27FC236}">
                  <a16:creationId xmlns:a16="http://schemas.microsoft.com/office/drawing/2014/main" id="{17318149-0225-AD92-5B2B-30FCDEBDDE37}"/>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4" name="Freeform: Shape 12">
              <a:extLst>
                <a:ext uri="{FF2B5EF4-FFF2-40B4-BE49-F238E27FC236}">
                  <a16:creationId xmlns:a16="http://schemas.microsoft.com/office/drawing/2014/main" id="{7D67FEED-9CE4-00E9-D0E9-DE486D65063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5" name="Freeform: Shape 13">
              <a:extLst>
                <a:ext uri="{FF2B5EF4-FFF2-40B4-BE49-F238E27FC236}">
                  <a16:creationId xmlns:a16="http://schemas.microsoft.com/office/drawing/2014/main" id="{A691C202-DDD6-87FD-1543-82388C12DD4F}"/>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6" name="Freeform: Shape 14">
              <a:extLst>
                <a:ext uri="{FF2B5EF4-FFF2-40B4-BE49-F238E27FC236}">
                  <a16:creationId xmlns:a16="http://schemas.microsoft.com/office/drawing/2014/main" id="{089845B7-00EE-74B5-578E-DE8C00388FD9}"/>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7" name="Freeform: Shape 15">
              <a:extLst>
                <a:ext uri="{FF2B5EF4-FFF2-40B4-BE49-F238E27FC236}">
                  <a16:creationId xmlns:a16="http://schemas.microsoft.com/office/drawing/2014/main" id="{E4858D91-FD5F-9F73-909D-47A11EBBD567}"/>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8" name="Freeform: Shape 16">
              <a:extLst>
                <a:ext uri="{FF2B5EF4-FFF2-40B4-BE49-F238E27FC236}">
                  <a16:creationId xmlns:a16="http://schemas.microsoft.com/office/drawing/2014/main" id="{9ABD699C-5A37-0991-3290-CC5539B0AC30}"/>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9" name="Freeform: Shape 17">
              <a:extLst>
                <a:ext uri="{FF2B5EF4-FFF2-40B4-BE49-F238E27FC236}">
                  <a16:creationId xmlns:a16="http://schemas.microsoft.com/office/drawing/2014/main" id="{925FE3BC-9388-109F-19E4-BFE85EC37B4B}"/>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0" name="Freeform: Shape 18">
              <a:extLst>
                <a:ext uri="{FF2B5EF4-FFF2-40B4-BE49-F238E27FC236}">
                  <a16:creationId xmlns:a16="http://schemas.microsoft.com/office/drawing/2014/main" id="{45520AD8-4E19-EC26-92A4-80E485B5DA4C}"/>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1" name="Freeform: Shape 19">
              <a:extLst>
                <a:ext uri="{FF2B5EF4-FFF2-40B4-BE49-F238E27FC236}">
                  <a16:creationId xmlns:a16="http://schemas.microsoft.com/office/drawing/2014/main" id="{FD089F84-E723-83F0-E2A5-96C5AAF1A22B}"/>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2" name="Freeform: Shape 20">
              <a:extLst>
                <a:ext uri="{FF2B5EF4-FFF2-40B4-BE49-F238E27FC236}">
                  <a16:creationId xmlns:a16="http://schemas.microsoft.com/office/drawing/2014/main" id="{3CD58262-E898-E637-5CF0-098A67520F13}"/>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3" name="Freeform: Shape 21">
              <a:extLst>
                <a:ext uri="{FF2B5EF4-FFF2-40B4-BE49-F238E27FC236}">
                  <a16:creationId xmlns:a16="http://schemas.microsoft.com/office/drawing/2014/main" id="{39579F2B-FD60-4EC6-D28E-94E75B6EEA2C}"/>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4" name="Freeform: Shape 22">
              <a:extLst>
                <a:ext uri="{FF2B5EF4-FFF2-40B4-BE49-F238E27FC236}">
                  <a16:creationId xmlns:a16="http://schemas.microsoft.com/office/drawing/2014/main" id="{CB8DA42E-893E-620D-0D1B-6CA4A7B19222}"/>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5" name="Freeform: Shape 23">
              <a:extLst>
                <a:ext uri="{FF2B5EF4-FFF2-40B4-BE49-F238E27FC236}">
                  <a16:creationId xmlns:a16="http://schemas.microsoft.com/office/drawing/2014/main" id="{7E1E1B76-949A-B970-4144-D9E8F99D9857}"/>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6" name="Freeform: Shape 24">
              <a:extLst>
                <a:ext uri="{FF2B5EF4-FFF2-40B4-BE49-F238E27FC236}">
                  <a16:creationId xmlns:a16="http://schemas.microsoft.com/office/drawing/2014/main" id="{1ED08CF2-ED9F-C041-4BC8-D449F4945035}"/>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7" name="Freeform: Shape 25">
              <a:extLst>
                <a:ext uri="{FF2B5EF4-FFF2-40B4-BE49-F238E27FC236}">
                  <a16:creationId xmlns:a16="http://schemas.microsoft.com/office/drawing/2014/main" id="{4DB32E45-EF62-4998-8972-872BDB035951}"/>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8" name="Freeform: Shape 26">
              <a:extLst>
                <a:ext uri="{FF2B5EF4-FFF2-40B4-BE49-F238E27FC236}">
                  <a16:creationId xmlns:a16="http://schemas.microsoft.com/office/drawing/2014/main" id="{F759D5A0-8BCF-12F9-4B57-CF89DAAF91D0}"/>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9" name="Freeform: Shape 27">
              <a:extLst>
                <a:ext uri="{FF2B5EF4-FFF2-40B4-BE49-F238E27FC236}">
                  <a16:creationId xmlns:a16="http://schemas.microsoft.com/office/drawing/2014/main" id="{9DB5EA2B-DF43-3718-B890-0D6976592237}"/>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0" name="Freeform: Shape 28">
              <a:extLst>
                <a:ext uri="{FF2B5EF4-FFF2-40B4-BE49-F238E27FC236}">
                  <a16:creationId xmlns:a16="http://schemas.microsoft.com/office/drawing/2014/main" id="{C582D210-9034-838B-EBDB-7A44606BBDF2}"/>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1" name="Freeform: Shape 29">
              <a:extLst>
                <a:ext uri="{FF2B5EF4-FFF2-40B4-BE49-F238E27FC236}">
                  <a16:creationId xmlns:a16="http://schemas.microsoft.com/office/drawing/2014/main" id="{19030CF3-365C-1CAA-93EA-13A6EF6F5F11}"/>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2" name="Freeform: Shape 30">
              <a:extLst>
                <a:ext uri="{FF2B5EF4-FFF2-40B4-BE49-F238E27FC236}">
                  <a16:creationId xmlns:a16="http://schemas.microsoft.com/office/drawing/2014/main" id="{E8957CE8-C689-EC09-C1CE-0CB4026BBE25}"/>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3" name="Freeform: Shape 31">
              <a:extLst>
                <a:ext uri="{FF2B5EF4-FFF2-40B4-BE49-F238E27FC236}">
                  <a16:creationId xmlns:a16="http://schemas.microsoft.com/office/drawing/2014/main" id="{D94092CB-E296-EEE3-94B4-59AD48B6F72B}"/>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4" name="Freeform: Shape 32">
              <a:extLst>
                <a:ext uri="{FF2B5EF4-FFF2-40B4-BE49-F238E27FC236}">
                  <a16:creationId xmlns:a16="http://schemas.microsoft.com/office/drawing/2014/main" id="{CB4DB029-9BD3-E61C-8FFD-24CEACA9DFF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5" name="Freeform: Shape 33">
              <a:extLst>
                <a:ext uri="{FF2B5EF4-FFF2-40B4-BE49-F238E27FC236}">
                  <a16:creationId xmlns:a16="http://schemas.microsoft.com/office/drawing/2014/main" id="{B758CD01-DA52-9E61-B8A5-921307179DA8}"/>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6" name="Freeform: Shape 34">
              <a:extLst>
                <a:ext uri="{FF2B5EF4-FFF2-40B4-BE49-F238E27FC236}">
                  <a16:creationId xmlns:a16="http://schemas.microsoft.com/office/drawing/2014/main" id="{0C330576-A38E-4998-E13A-B7753C5E0600}"/>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7" name="Freeform: Shape 35">
              <a:extLst>
                <a:ext uri="{FF2B5EF4-FFF2-40B4-BE49-F238E27FC236}">
                  <a16:creationId xmlns:a16="http://schemas.microsoft.com/office/drawing/2014/main" id="{21BFCAB4-CEEF-D836-879B-7CC94C3371FE}"/>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8" name="Freeform: Shape 36">
              <a:extLst>
                <a:ext uri="{FF2B5EF4-FFF2-40B4-BE49-F238E27FC236}">
                  <a16:creationId xmlns:a16="http://schemas.microsoft.com/office/drawing/2014/main" id="{AB1AEF5A-F316-8AA7-B878-B1C202F0B530}"/>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9" name="Freeform: Shape 37">
              <a:extLst>
                <a:ext uri="{FF2B5EF4-FFF2-40B4-BE49-F238E27FC236}">
                  <a16:creationId xmlns:a16="http://schemas.microsoft.com/office/drawing/2014/main" id="{28D4E1AF-2C74-AA3C-AAAF-284546467924}"/>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80" name="Freeform: Shape 38">
              <a:extLst>
                <a:ext uri="{FF2B5EF4-FFF2-40B4-BE49-F238E27FC236}">
                  <a16:creationId xmlns:a16="http://schemas.microsoft.com/office/drawing/2014/main" id="{F7754812-B36C-3B3B-3F82-461CFDFD3DA8}"/>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84" name="TextBox 83">
            <a:extLst>
              <a:ext uri="{FF2B5EF4-FFF2-40B4-BE49-F238E27FC236}">
                <a16:creationId xmlns:a16="http://schemas.microsoft.com/office/drawing/2014/main" id="{92645025-9F56-EACC-79E3-EFFE0511957B}"/>
              </a:ext>
            </a:extLst>
          </p:cNvPr>
          <p:cNvSpPr txBox="1"/>
          <p:nvPr/>
        </p:nvSpPr>
        <p:spPr>
          <a:xfrm>
            <a:off x="11796280" y="6256621"/>
            <a:ext cx="211514" cy="369332"/>
          </a:xfrm>
          <a:prstGeom prst="rect">
            <a:avLst/>
          </a:prstGeom>
          <a:noFill/>
        </p:spPr>
        <p:txBody>
          <a:bodyPr wrap="square">
            <a:spAutoFit/>
          </a:bodyPr>
          <a:lstStyle/>
          <a:p>
            <a:fld id="{38A635C9-4A98-4745-BD96-9D0E32025E69}" type="slidenum">
              <a:rPr lang="en-IN" smtClean="0"/>
              <a:pPr/>
              <a:t>4</a:t>
            </a:fld>
            <a:endParaRPr lang="en-IN" dirty="0"/>
          </a:p>
        </p:txBody>
      </p:sp>
      <p:sp>
        <p:nvSpPr>
          <p:cNvPr id="85" name="Rectangle 84">
            <a:extLst>
              <a:ext uri="{FF2B5EF4-FFF2-40B4-BE49-F238E27FC236}">
                <a16:creationId xmlns:a16="http://schemas.microsoft.com/office/drawing/2014/main" id="{4322544A-58EE-727A-A6B7-55B52C95FB59}"/>
              </a:ext>
            </a:extLst>
          </p:cNvPr>
          <p:cNvSpPr/>
          <p:nvPr/>
        </p:nvSpPr>
        <p:spPr>
          <a:xfrm>
            <a:off x="11799489" y="6193544"/>
            <a:ext cx="295508" cy="3693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a:t>
            </a:r>
            <a:endParaRPr lang="en-IN" dirty="0"/>
          </a:p>
        </p:txBody>
      </p:sp>
      <p:sp>
        <p:nvSpPr>
          <p:cNvPr id="89" name="Content Placeholder 2">
            <a:extLst>
              <a:ext uri="{FF2B5EF4-FFF2-40B4-BE49-F238E27FC236}">
                <a16:creationId xmlns:a16="http://schemas.microsoft.com/office/drawing/2014/main" id="{C5581771-F392-0FE3-3F4F-A96AA5BF891F}"/>
              </a:ext>
            </a:extLst>
          </p:cNvPr>
          <p:cNvSpPr txBox="1">
            <a:spLocks/>
          </p:cNvSpPr>
          <p:nvPr/>
        </p:nvSpPr>
        <p:spPr>
          <a:xfrm>
            <a:off x="1446833" y="1700473"/>
            <a:ext cx="9340639" cy="452596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US" sz="2000" dirty="0"/>
              <a:t>Develop a YOLO-based real-time object detection model for recognizing American Sign Language (ASL) signs.</a:t>
            </a:r>
          </a:p>
          <a:p>
            <a:pPr marL="342900" indent="-342900" algn="l">
              <a:buFont typeface="Arial" panose="020B0604020202020204" pitchFamily="34" charset="0"/>
              <a:buChar char="•"/>
            </a:pPr>
            <a:r>
              <a:rPr lang="en-US" sz="2000" dirty="0"/>
              <a:t>Enhance detection accuracy using multi-scale feature integration and improved attention mechanisms.</a:t>
            </a:r>
          </a:p>
          <a:p>
            <a:pPr marL="342900" indent="-342900" algn="l">
              <a:buFont typeface="Arial" panose="020B0604020202020204" pitchFamily="34" charset="0"/>
              <a:buChar char="•"/>
            </a:pPr>
            <a:r>
              <a:rPr lang="en-US" sz="2000" dirty="0"/>
              <a:t>Ensure system efficiency for real-time processing and deployment on limited hardware devices.</a:t>
            </a:r>
          </a:p>
          <a:p>
            <a:pPr marL="342900" indent="-342900" algn="l">
              <a:buFont typeface="Arial" panose="020B0604020202020204" pitchFamily="34" charset="0"/>
              <a:buChar char="•"/>
            </a:pPr>
            <a:r>
              <a:rPr lang="en-US" sz="2000" dirty="0"/>
              <a:t>Implement a user-friendly interface that provides textual interpretation of recognized signs.</a:t>
            </a:r>
          </a:p>
          <a:p>
            <a:pPr marL="342900" indent="-342900" algn="l">
              <a:buFont typeface="Arial" panose="020B0604020202020204" pitchFamily="34" charset="0"/>
              <a:buChar char="•"/>
            </a:pPr>
            <a:r>
              <a:rPr lang="en-US" sz="2000" dirty="0"/>
              <a:t>Facilitate continuous improvement through user feedback and modular updates.</a:t>
            </a:r>
          </a:p>
        </p:txBody>
      </p:sp>
    </p:spTree>
    <p:extLst>
      <p:ext uri="{BB962C8B-B14F-4D97-AF65-F5344CB8AC3E}">
        <p14:creationId xmlns:p14="http://schemas.microsoft.com/office/powerpoint/2010/main" val="3792226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2179C-F05C-147D-752D-87DA1260EA2C}"/>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6286A71B-6CCA-BF57-1E0E-D0F85A170C8D}"/>
              </a:ext>
            </a:extLst>
          </p:cNvPr>
          <p:cNvGrpSpPr/>
          <p:nvPr/>
        </p:nvGrpSpPr>
        <p:grpSpPr>
          <a:xfrm>
            <a:off x="45343" y="6149703"/>
            <a:ext cx="12098172" cy="476250"/>
            <a:chOff x="0" y="6381750"/>
            <a:chExt cx="12192000" cy="476250"/>
          </a:xfrm>
          <a:solidFill>
            <a:srgbClr val="C00000"/>
          </a:solidFill>
        </p:grpSpPr>
        <p:sp>
          <p:nvSpPr>
            <p:cNvPr id="8" name="Rectangle 7">
              <a:extLst>
                <a:ext uri="{FF2B5EF4-FFF2-40B4-BE49-F238E27FC236}">
                  <a16:creationId xmlns:a16="http://schemas.microsoft.com/office/drawing/2014/main" id="{58BDE490-B18A-08CF-8A1F-27F1D9D9C930}"/>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9" name="Group 8">
              <a:extLst>
                <a:ext uri="{FF2B5EF4-FFF2-40B4-BE49-F238E27FC236}">
                  <a16:creationId xmlns:a16="http://schemas.microsoft.com/office/drawing/2014/main" id="{718D5329-5CCE-FEAB-1A0F-B334CADDF97C}"/>
                </a:ext>
              </a:extLst>
            </p:cNvPr>
            <p:cNvGrpSpPr/>
            <p:nvPr/>
          </p:nvGrpSpPr>
          <p:grpSpPr>
            <a:xfrm>
              <a:off x="160089" y="6467143"/>
              <a:ext cx="4087748" cy="273466"/>
              <a:chOff x="4366684" y="2926127"/>
              <a:chExt cx="3278335" cy="2571063"/>
            </a:xfrm>
            <a:grpFill/>
          </p:grpSpPr>
          <p:sp>
            <p:nvSpPr>
              <p:cNvPr id="10" name="Freeform: Shape 4">
                <a:extLst>
                  <a:ext uri="{FF2B5EF4-FFF2-40B4-BE49-F238E27FC236}">
                    <a16:creationId xmlns:a16="http://schemas.microsoft.com/office/drawing/2014/main" id="{1641DA25-5FC6-174F-1CBF-C104202DFA73}"/>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 name="Freeform: Shape 5">
                <a:extLst>
                  <a:ext uri="{FF2B5EF4-FFF2-40B4-BE49-F238E27FC236}">
                    <a16:creationId xmlns:a16="http://schemas.microsoft.com/office/drawing/2014/main" id="{54945FA2-5BEA-70E3-495E-90F95D5EC59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 name="Freeform: Shape 6">
                <a:extLst>
                  <a:ext uri="{FF2B5EF4-FFF2-40B4-BE49-F238E27FC236}">
                    <a16:creationId xmlns:a16="http://schemas.microsoft.com/office/drawing/2014/main" id="{5AF134F5-E01F-DF33-3BD5-2A4D6181A45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3" name="Freeform: Shape 7">
                <a:extLst>
                  <a:ext uri="{FF2B5EF4-FFF2-40B4-BE49-F238E27FC236}">
                    <a16:creationId xmlns:a16="http://schemas.microsoft.com/office/drawing/2014/main" id="{EDA8B4DC-09B8-6DE1-80BA-7E0A119673AB}"/>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4" name="Freeform: Shape 8">
                <a:extLst>
                  <a:ext uri="{FF2B5EF4-FFF2-40B4-BE49-F238E27FC236}">
                    <a16:creationId xmlns:a16="http://schemas.microsoft.com/office/drawing/2014/main" id="{E39D79FC-51EC-1FBB-3F6E-9DA17557948C}"/>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5" name="Freeform: Shape 9">
                <a:extLst>
                  <a:ext uri="{FF2B5EF4-FFF2-40B4-BE49-F238E27FC236}">
                    <a16:creationId xmlns:a16="http://schemas.microsoft.com/office/drawing/2014/main" id="{BB314291-C521-DE51-E8E0-B37D27866411}"/>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6" name="Freeform: Shape 10">
                <a:extLst>
                  <a:ext uri="{FF2B5EF4-FFF2-40B4-BE49-F238E27FC236}">
                    <a16:creationId xmlns:a16="http://schemas.microsoft.com/office/drawing/2014/main" id="{350B0947-7F39-0C8C-F714-F79872029BE6}"/>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7" name="Freeform: Shape 11">
                <a:extLst>
                  <a:ext uri="{FF2B5EF4-FFF2-40B4-BE49-F238E27FC236}">
                    <a16:creationId xmlns:a16="http://schemas.microsoft.com/office/drawing/2014/main" id="{B4BD9857-DAFE-1A1A-36B1-0C35DCE63ED0}"/>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8" name="Freeform: Shape 12">
                <a:extLst>
                  <a:ext uri="{FF2B5EF4-FFF2-40B4-BE49-F238E27FC236}">
                    <a16:creationId xmlns:a16="http://schemas.microsoft.com/office/drawing/2014/main" id="{5C066CAE-95CF-68F8-A019-5C0754920039}"/>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9" name="Freeform: Shape 13">
                <a:extLst>
                  <a:ext uri="{FF2B5EF4-FFF2-40B4-BE49-F238E27FC236}">
                    <a16:creationId xmlns:a16="http://schemas.microsoft.com/office/drawing/2014/main" id="{A4B16851-F8E3-C3FD-8136-FD5A6B672673}"/>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0" name="Freeform: Shape 14">
                <a:extLst>
                  <a:ext uri="{FF2B5EF4-FFF2-40B4-BE49-F238E27FC236}">
                    <a16:creationId xmlns:a16="http://schemas.microsoft.com/office/drawing/2014/main" id="{11BF083C-7A72-96AB-17A2-4B2811DA4DAC}"/>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1" name="Freeform: Shape 15">
                <a:extLst>
                  <a:ext uri="{FF2B5EF4-FFF2-40B4-BE49-F238E27FC236}">
                    <a16:creationId xmlns:a16="http://schemas.microsoft.com/office/drawing/2014/main" id="{6EE72C08-11F6-6DD7-A305-A938863DC9C3}"/>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2" name="Freeform: Shape 16">
                <a:extLst>
                  <a:ext uri="{FF2B5EF4-FFF2-40B4-BE49-F238E27FC236}">
                    <a16:creationId xmlns:a16="http://schemas.microsoft.com/office/drawing/2014/main" id="{A9D89238-222D-63EA-75D3-04A85D04A281}"/>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3" name="Freeform: Shape 17">
                <a:extLst>
                  <a:ext uri="{FF2B5EF4-FFF2-40B4-BE49-F238E27FC236}">
                    <a16:creationId xmlns:a16="http://schemas.microsoft.com/office/drawing/2014/main" id="{738F426D-54EB-9459-8512-A9D98117CA9A}"/>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4" name="Freeform: Shape 18">
                <a:extLst>
                  <a:ext uri="{FF2B5EF4-FFF2-40B4-BE49-F238E27FC236}">
                    <a16:creationId xmlns:a16="http://schemas.microsoft.com/office/drawing/2014/main" id="{53D9A39A-AA7C-B657-02F6-58E36FC87CA1}"/>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5" name="Freeform: Shape 19">
                <a:extLst>
                  <a:ext uri="{FF2B5EF4-FFF2-40B4-BE49-F238E27FC236}">
                    <a16:creationId xmlns:a16="http://schemas.microsoft.com/office/drawing/2014/main" id="{470D14E5-A9B1-8CA9-0D58-282D9661AAFA}"/>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6" name="Freeform: Shape 20">
                <a:extLst>
                  <a:ext uri="{FF2B5EF4-FFF2-40B4-BE49-F238E27FC236}">
                    <a16:creationId xmlns:a16="http://schemas.microsoft.com/office/drawing/2014/main" id="{20CFC48F-52EE-06EC-B76B-E346148F43EB}"/>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7" name="Freeform: Shape 21">
                <a:extLst>
                  <a:ext uri="{FF2B5EF4-FFF2-40B4-BE49-F238E27FC236}">
                    <a16:creationId xmlns:a16="http://schemas.microsoft.com/office/drawing/2014/main" id="{30E4C1C9-4BEC-3682-30B6-453FBC7AA9B8}"/>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8" name="Freeform: Shape 22">
                <a:extLst>
                  <a:ext uri="{FF2B5EF4-FFF2-40B4-BE49-F238E27FC236}">
                    <a16:creationId xmlns:a16="http://schemas.microsoft.com/office/drawing/2014/main" id="{19B86674-42C7-4CFB-78B2-9562EC53E7C0}"/>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9" name="Freeform: Shape 23">
                <a:extLst>
                  <a:ext uri="{FF2B5EF4-FFF2-40B4-BE49-F238E27FC236}">
                    <a16:creationId xmlns:a16="http://schemas.microsoft.com/office/drawing/2014/main" id="{4808B27B-E05A-3611-E80F-005EDD1EE2CF}"/>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0" name="Freeform: Shape 24">
                <a:extLst>
                  <a:ext uri="{FF2B5EF4-FFF2-40B4-BE49-F238E27FC236}">
                    <a16:creationId xmlns:a16="http://schemas.microsoft.com/office/drawing/2014/main" id="{F2C9EF18-F3E3-5BC0-050E-46A8D1779A2B}"/>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1" name="Freeform: Shape 25">
                <a:extLst>
                  <a:ext uri="{FF2B5EF4-FFF2-40B4-BE49-F238E27FC236}">
                    <a16:creationId xmlns:a16="http://schemas.microsoft.com/office/drawing/2014/main" id="{DEFB1EB0-E727-9292-6328-AC0CC021BBE6}"/>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2" name="Freeform: Shape 26">
                <a:extLst>
                  <a:ext uri="{FF2B5EF4-FFF2-40B4-BE49-F238E27FC236}">
                    <a16:creationId xmlns:a16="http://schemas.microsoft.com/office/drawing/2014/main" id="{2674C5E1-3B63-883C-1A98-EF137968F6CB}"/>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3" name="Freeform: Shape 27">
                <a:extLst>
                  <a:ext uri="{FF2B5EF4-FFF2-40B4-BE49-F238E27FC236}">
                    <a16:creationId xmlns:a16="http://schemas.microsoft.com/office/drawing/2014/main" id="{E1A0DD07-4EC8-517A-128A-B61EF12D14D7}"/>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4" name="Freeform: Shape 28">
                <a:extLst>
                  <a:ext uri="{FF2B5EF4-FFF2-40B4-BE49-F238E27FC236}">
                    <a16:creationId xmlns:a16="http://schemas.microsoft.com/office/drawing/2014/main" id="{1C3AA7F6-56EE-DF6D-3844-991925FBF6C9}"/>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5" name="Freeform: Shape 29">
                <a:extLst>
                  <a:ext uri="{FF2B5EF4-FFF2-40B4-BE49-F238E27FC236}">
                    <a16:creationId xmlns:a16="http://schemas.microsoft.com/office/drawing/2014/main" id="{733145BB-E20F-CA56-DFD0-6876F8E7B130}"/>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6" name="Freeform: Shape 30">
                <a:extLst>
                  <a:ext uri="{FF2B5EF4-FFF2-40B4-BE49-F238E27FC236}">
                    <a16:creationId xmlns:a16="http://schemas.microsoft.com/office/drawing/2014/main" id="{66FC6D89-638C-F59A-0FEB-92B5E05C3F2E}"/>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7" name="Freeform: Shape 31">
                <a:extLst>
                  <a:ext uri="{FF2B5EF4-FFF2-40B4-BE49-F238E27FC236}">
                    <a16:creationId xmlns:a16="http://schemas.microsoft.com/office/drawing/2014/main" id="{C9ED9EA7-52D6-CCF1-2D59-7BFD7EA1323E}"/>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8" name="Freeform: Shape 32">
                <a:extLst>
                  <a:ext uri="{FF2B5EF4-FFF2-40B4-BE49-F238E27FC236}">
                    <a16:creationId xmlns:a16="http://schemas.microsoft.com/office/drawing/2014/main" id="{11D9CBE9-DF7B-5407-9D18-6E56F8804599}"/>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9" name="Freeform: Shape 33">
                <a:extLst>
                  <a:ext uri="{FF2B5EF4-FFF2-40B4-BE49-F238E27FC236}">
                    <a16:creationId xmlns:a16="http://schemas.microsoft.com/office/drawing/2014/main" id="{23EE804C-6015-432C-35C9-3D410A575638}"/>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0" name="Freeform: Shape 34">
                <a:extLst>
                  <a:ext uri="{FF2B5EF4-FFF2-40B4-BE49-F238E27FC236}">
                    <a16:creationId xmlns:a16="http://schemas.microsoft.com/office/drawing/2014/main" id="{F82A965A-922E-EA80-F4C4-013A8D6F8339}"/>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1" name="Freeform: Shape 35">
                <a:extLst>
                  <a:ext uri="{FF2B5EF4-FFF2-40B4-BE49-F238E27FC236}">
                    <a16:creationId xmlns:a16="http://schemas.microsoft.com/office/drawing/2014/main" id="{9F97966A-77A2-4132-92A6-0471E8583E6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2" name="Freeform: Shape 36">
                <a:extLst>
                  <a:ext uri="{FF2B5EF4-FFF2-40B4-BE49-F238E27FC236}">
                    <a16:creationId xmlns:a16="http://schemas.microsoft.com/office/drawing/2014/main" id="{C1E443D2-12BC-7070-6186-C0752204BEB2}"/>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3" name="Freeform: Shape 37">
                <a:extLst>
                  <a:ext uri="{FF2B5EF4-FFF2-40B4-BE49-F238E27FC236}">
                    <a16:creationId xmlns:a16="http://schemas.microsoft.com/office/drawing/2014/main" id="{76103B27-8BBA-1F55-418C-F86F194C092B}"/>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4" name="Freeform: Shape 38">
                <a:extLst>
                  <a:ext uri="{FF2B5EF4-FFF2-40B4-BE49-F238E27FC236}">
                    <a16:creationId xmlns:a16="http://schemas.microsoft.com/office/drawing/2014/main" id="{ABA14854-2FD4-26C6-26FA-1C52DE06E111}"/>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sp>
        <p:nvSpPr>
          <p:cNvPr id="2" name="Title 1">
            <a:extLst>
              <a:ext uri="{FF2B5EF4-FFF2-40B4-BE49-F238E27FC236}">
                <a16:creationId xmlns:a16="http://schemas.microsoft.com/office/drawing/2014/main" id="{7689FBE2-C6B7-A033-ED42-A139F0AFFE6D}"/>
              </a:ext>
            </a:extLst>
          </p:cNvPr>
          <p:cNvSpPr>
            <a:spLocks noGrp="1"/>
          </p:cNvSpPr>
          <p:nvPr>
            <p:ph type="ctrTitle"/>
          </p:nvPr>
        </p:nvSpPr>
        <p:spPr>
          <a:xfrm>
            <a:off x="287475" y="409455"/>
            <a:ext cx="10826642" cy="710633"/>
          </a:xfrm>
        </p:spPr>
        <p:txBody>
          <a:bodyPr>
            <a:normAutofit fontScale="90000"/>
          </a:bodyPr>
          <a:lstStyle/>
          <a:p>
            <a:r>
              <a:rPr lang="en-US" b="1" dirty="0"/>
              <a:t>Methodology</a:t>
            </a:r>
            <a:endParaRPr lang="en-IN" b="1" dirty="0">
              <a:latin typeface="+mn-lt"/>
            </a:endParaRPr>
          </a:p>
        </p:txBody>
      </p:sp>
      <p:sp>
        <p:nvSpPr>
          <p:cNvPr id="3" name="Subtitle 2">
            <a:extLst>
              <a:ext uri="{FF2B5EF4-FFF2-40B4-BE49-F238E27FC236}">
                <a16:creationId xmlns:a16="http://schemas.microsoft.com/office/drawing/2014/main" id="{A53DCB13-849A-DA6A-3A1B-22B79F0B38C2}"/>
              </a:ext>
            </a:extLst>
          </p:cNvPr>
          <p:cNvSpPr>
            <a:spLocks noGrp="1"/>
          </p:cNvSpPr>
          <p:nvPr>
            <p:ph type="subTitle" idx="1"/>
          </p:nvPr>
        </p:nvSpPr>
        <p:spPr>
          <a:xfrm>
            <a:off x="121328" y="1313991"/>
            <a:ext cx="12022187" cy="4346976"/>
          </a:xfrm>
        </p:spPr>
        <p:txBody>
          <a:bodyPr>
            <a:noAutofit/>
          </a:bodyPr>
          <a:lstStyle/>
          <a:p>
            <a:pPr marL="357911" marR="1620596" indent="303568" algn="l" rtl="0">
              <a:buNone/>
            </a:pPr>
            <a:r>
              <a:rPr lang="en-US" sz="1050" b="1" i="0" u="none" strike="noStrike" dirty="0">
                <a:solidFill>
                  <a:srgbClr val="000000"/>
                </a:solidFill>
                <a:effectLst/>
                <a:latin typeface="Arial" panose="020B0604020202020204" pitchFamily="34" charset="0"/>
              </a:rPr>
              <a:t> </a:t>
            </a:r>
            <a:endParaRPr lang="en-US" sz="1050" b="0" dirty="0">
              <a:effectLst/>
            </a:endParaRPr>
          </a:p>
          <a:p>
            <a:pPr marL="363233" marR="334137" indent="-3505" algn="l" rtl="0">
              <a:spcBef>
                <a:spcPts val="441"/>
              </a:spcBef>
              <a:buNone/>
            </a:pPr>
            <a:r>
              <a:rPr lang="en-US" sz="1800" b="0" i="0" u="none" strike="noStrike" dirty="0">
                <a:solidFill>
                  <a:srgbClr val="000000"/>
                </a:solidFill>
                <a:effectLst/>
              </a:rPr>
              <a:t>                 Our proposed system leverages YOLOv12's advanced object detection capabilities to create a robust sign language detection system with the following components: </a:t>
            </a:r>
            <a:endParaRPr lang="en-US" sz="1800" b="0" dirty="0">
              <a:effectLst/>
            </a:endParaRPr>
          </a:p>
          <a:p>
            <a:pPr marL="436385" algn="l" rtl="0">
              <a:spcBef>
                <a:spcPts val="1238"/>
              </a:spcBef>
              <a:buNone/>
            </a:pPr>
            <a:r>
              <a:rPr lang="en-US" sz="1800" b="0" i="0" u="none" strike="noStrike" dirty="0">
                <a:solidFill>
                  <a:srgbClr val="000000"/>
                </a:solidFill>
                <a:effectLst/>
              </a:rPr>
              <a:t>              1.</a:t>
            </a:r>
            <a:r>
              <a:rPr lang="en-US" sz="1800" b="1" i="0" u="none" strike="noStrike" dirty="0">
                <a:solidFill>
                  <a:srgbClr val="000000"/>
                </a:solidFill>
                <a:effectLst/>
              </a:rPr>
              <a:t>YOLOv12-based Detection Engine: </a:t>
            </a:r>
            <a:endParaRPr lang="en-US" sz="1800" b="0" dirty="0">
              <a:effectLst/>
            </a:endParaRPr>
          </a:p>
          <a:p>
            <a:pPr marL="889775" marR="772566" indent="3505" algn="l" rtl="0">
              <a:spcBef>
                <a:spcPts val="325"/>
              </a:spcBef>
              <a:buNone/>
            </a:pPr>
            <a:r>
              <a:rPr lang="en-US" sz="1800" b="0" i="0" u="none" strike="noStrike" dirty="0">
                <a:solidFill>
                  <a:srgbClr val="000000"/>
                </a:solidFill>
                <a:effectLst/>
              </a:rPr>
              <a:t>State-of-the-art object detection with improved small object detection The network design includes improved feature extraction capabilities to monitor delicate hand arrangement patterns. </a:t>
            </a:r>
            <a:endParaRPr lang="en-US" sz="1800" b="0" dirty="0">
              <a:effectLst/>
            </a:endParaRPr>
          </a:p>
          <a:p>
            <a:pPr marL="889775" marR="619887" indent="-1676" algn="l" rtl="0">
              <a:spcBef>
                <a:spcPts val="150"/>
              </a:spcBef>
              <a:buNone/>
            </a:pPr>
            <a:r>
              <a:rPr lang="en-US" sz="1800" b="0" i="0" u="none" strike="noStrike" dirty="0">
                <a:solidFill>
                  <a:srgbClr val="000000"/>
                </a:solidFill>
                <a:effectLst/>
              </a:rPr>
              <a:t>The detection engine uses optimized anchor-free processing methods to speed up system operations. </a:t>
            </a:r>
            <a:endParaRPr lang="en-US" sz="1800" dirty="0">
              <a:solidFill>
                <a:srgbClr val="000000"/>
              </a:solidFill>
            </a:endParaRPr>
          </a:p>
          <a:p>
            <a:pPr marL="889775" marR="619887" indent="-1676" algn="l" rtl="0">
              <a:spcBef>
                <a:spcPts val="150"/>
              </a:spcBef>
              <a:buNone/>
            </a:pPr>
            <a:endParaRPr lang="en-US" sz="1800" b="0" dirty="0">
              <a:effectLst/>
            </a:endParaRPr>
          </a:p>
          <a:p>
            <a:pPr marL="434264" algn="l" rtl="0">
              <a:spcBef>
                <a:spcPts val="150"/>
              </a:spcBef>
              <a:buNone/>
            </a:pPr>
            <a:r>
              <a:rPr lang="en-US" sz="1800" b="0" i="0" u="none" strike="noStrike" dirty="0">
                <a:solidFill>
                  <a:srgbClr val="000000"/>
                </a:solidFill>
                <a:effectLst/>
              </a:rPr>
              <a:t>              2.  </a:t>
            </a:r>
            <a:r>
              <a:rPr lang="en-US" sz="1800" b="1" i="0" u="none" strike="noStrike" dirty="0">
                <a:solidFill>
                  <a:srgbClr val="000000"/>
                </a:solidFill>
                <a:effectLst/>
              </a:rPr>
              <a:t>Multi-scale Feature Integration: </a:t>
            </a:r>
            <a:endParaRPr lang="en-US" sz="1800" b="0" dirty="0">
              <a:effectLst/>
            </a:endParaRPr>
          </a:p>
          <a:p>
            <a:pPr marL="889775" marR="551396" indent="-4115" algn="l" rtl="0">
              <a:spcBef>
                <a:spcPts val="250"/>
              </a:spcBef>
              <a:buNone/>
            </a:pPr>
            <a:r>
              <a:rPr lang="en-US" sz="1800" b="0" i="0" u="none" strike="noStrike" dirty="0">
                <a:solidFill>
                  <a:srgbClr val="000000"/>
                </a:solidFill>
                <a:effectLst/>
              </a:rPr>
              <a:t>The system utilizes a hierarchical feature pyramid structure to discover signs which appear at different object sizes. </a:t>
            </a:r>
            <a:endParaRPr lang="en-US" sz="1800" b="0" dirty="0">
              <a:effectLst/>
            </a:endParaRPr>
          </a:p>
          <a:p>
            <a:pPr marL="889483" marR="840219" indent="292" algn="l" rtl="0">
              <a:spcBef>
                <a:spcPts val="150"/>
              </a:spcBef>
              <a:buNone/>
            </a:pPr>
            <a:r>
              <a:rPr lang="en-US" sz="1800" b="0" i="0" u="none" strike="noStrike" dirty="0">
                <a:solidFill>
                  <a:srgbClr val="000000"/>
                </a:solidFill>
                <a:effectLst/>
              </a:rPr>
              <a:t>The system implements improved spatial attention methods which direct focus toward important hand areas. </a:t>
            </a:r>
            <a:endParaRPr lang="en-US" sz="1800" b="0" dirty="0">
              <a:effectLst/>
            </a:endParaRPr>
          </a:p>
          <a:p>
            <a:pPr marL="889775" marR="445999" indent="-10363" algn="l" rtl="0">
              <a:spcBef>
                <a:spcPts val="150"/>
              </a:spcBef>
              <a:buNone/>
            </a:pPr>
            <a:r>
              <a:rPr lang="en-US" sz="1800" b="0" i="0" u="none" strike="noStrike" dirty="0">
                <a:solidFill>
                  <a:srgbClr val="000000"/>
                </a:solidFill>
                <a:effectLst/>
              </a:rPr>
              <a:t>The detection system employs context-aware capabilities which distinguish between hand motions that have similar gestures. </a:t>
            </a:r>
          </a:p>
          <a:p>
            <a:pPr marL="889775" marR="445999" indent="-10363" algn="l" rtl="0">
              <a:spcBef>
                <a:spcPts val="150"/>
              </a:spcBef>
              <a:buNone/>
            </a:pPr>
            <a:endParaRPr lang="en-US" sz="1800" b="0" dirty="0">
              <a:effectLst/>
            </a:endParaRPr>
          </a:p>
          <a:p>
            <a:pPr marL="434556" algn="l" rtl="0">
              <a:spcBef>
                <a:spcPts val="75"/>
              </a:spcBef>
              <a:buNone/>
            </a:pPr>
            <a:r>
              <a:rPr lang="en-US" sz="1800" b="0" i="0" u="none" strike="noStrike" dirty="0">
                <a:solidFill>
                  <a:srgbClr val="000000"/>
                </a:solidFill>
                <a:effectLst/>
              </a:rPr>
              <a:t>              </a:t>
            </a:r>
            <a:endParaRPr lang="en-US" sz="1800" b="0" dirty="0">
              <a:effectLst/>
            </a:endParaRPr>
          </a:p>
        </p:txBody>
      </p:sp>
      <p:grpSp>
        <p:nvGrpSpPr>
          <p:cNvPr id="4" name="Group 3">
            <a:extLst>
              <a:ext uri="{FF2B5EF4-FFF2-40B4-BE49-F238E27FC236}">
                <a16:creationId xmlns:a16="http://schemas.microsoft.com/office/drawing/2014/main" id="{7B9D237D-87DA-BFFC-EB56-A985BA488EEE}"/>
              </a:ext>
            </a:extLst>
          </p:cNvPr>
          <p:cNvGrpSpPr/>
          <p:nvPr/>
        </p:nvGrpSpPr>
        <p:grpSpPr>
          <a:xfrm>
            <a:off x="4406192" y="6117537"/>
            <a:ext cx="7369479" cy="465286"/>
            <a:chOff x="4817758" y="6382984"/>
            <a:chExt cx="7369479" cy="465286"/>
          </a:xfrm>
        </p:grpSpPr>
        <p:sp>
          <p:nvSpPr>
            <p:cNvPr id="5" name="Rectangle 4">
              <a:extLst>
                <a:ext uri="{FF2B5EF4-FFF2-40B4-BE49-F238E27FC236}">
                  <a16:creationId xmlns:a16="http://schemas.microsoft.com/office/drawing/2014/main" id="{8E1AFDDE-0073-AFF3-14E6-2F4CBA9B7355}"/>
                </a:ext>
              </a:extLst>
            </p:cNvPr>
            <p:cNvSpPr/>
            <p:nvPr/>
          </p:nvSpPr>
          <p:spPr>
            <a:xfrm>
              <a:off x="4817758" y="6382984"/>
              <a:ext cx="7369479" cy="4652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6" name="Picture 5">
              <a:extLst>
                <a:ext uri="{FF2B5EF4-FFF2-40B4-BE49-F238E27FC236}">
                  <a16:creationId xmlns:a16="http://schemas.microsoft.com/office/drawing/2014/main" id="{910F5FA2-A203-453A-E0EF-60775B5550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3655" y="6397831"/>
              <a:ext cx="7281503" cy="417465"/>
            </a:xfrm>
            <a:prstGeom prst="rect">
              <a:avLst/>
            </a:prstGeom>
            <a:ln>
              <a:solidFill>
                <a:schemeClr val="bg1"/>
              </a:solidFill>
            </a:ln>
          </p:spPr>
        </p:pic>
      </p:grpSp>
      <p:grpSp>
        <p:nvGrpSpPr>
          <p:cNvPr id="45" name="Group 44">
            <a:extLst>
              <a:ext uri="{FF2B5EF4-FFF2-40B4-BE49-F238E27FC236}">
                <a16:creationId xmlns:a16="http://schemas.microsoft.com/office/drawing/2014/main" id="{CB4BB6BE-56C8-9AC0-BD70-6C3AABC288A0}"/>
              </a:ext>
            </a:extLst>
          </p:cNvPr>
          <p:cNvGrpSpPr/>
          <p:nvPr/>
        </p:nvGrpSpPr>
        <p:grpSpPr>
          <a:xfrm>
            <a:off x="97003" y="6193544"/>
            <a:ext cx="4247655" cy="273466"/>
            <a:chOff x="4366684" y="2926127"/>
            <a:chExt cx="3278335" cy="2571063"/>
          </a:xfrm>
        </p:grpSpPr>
        <p:sp>
          <p:nvSpPr>
            <p:cNvPr id="46" name="Freeform: Shape 4">
              <a:extLst>
                <a:ext uri="{FF2B5EF4-FFF2-40B4-BE49-F238E27FC236}">
                  <a16:creationId xmlns:a16="http://schemas.microsoft.com/office/drawing/2014/main" id="{C745E596-5E7F-7FD8-4876-C0A16B825FF1}"/>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7" name="Freeform: Shape 5">
              <a:extLst>
                <a:ext uri="{FF2B5EF4-FFF2-40B4-BE49-F238E27FC236}">
                  <a16:creationId xmlns:a16="http://schemas.microsoft.com/office/drawing/2014/main" id="{0C67B815-93B2-66ED-CD18-9C76E263F07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8" name="Freeform: Shape 6">
              <a:extLst>
                <a:ext uri="{FF2B5EF4-FFF2-40B4-BE49-F238E27FC236}">
                  <a16:creationId xmlns:a16="http://schemas.microsoft.com/office/drawing/2014/main" id="{74943945-1DE1-1C86-2932-0DE7A90E4DC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9" name="Freeform: Shape 7">
              <a:extLst>
                <a:ext uri="{FF2B5EF4-FFF2-40B4-BE49-F238E27FC236}">
                  <a16:creationId xmlns:a16="http://schemas.microsoft.com/office/drawing/2014/main" id="{2805348A-2BC2-3097-0DC9-5FD258CE06EE}"/>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0" name="Freeform: Shape 8">
              <a:extLst>
                <a:ext uri="{FF2B5EF4-FFF2-40B4-BE49-F238E27FC236}">
                  <a16:creationId xmlns:a16="http://schemas.microsoft.com/office/drawing/2014/main" id="{CBF426B5-4C0E-E15D-4B59-52DE37036413}"/>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1" name="Freeform: Shape 9">
              <a:extLst>
                <a:ext uri="{FF2B5EF4-FFF2-40B4-BE49-F238E27FC236}">
                  <a16:creationId xmlns:a16="http://schemas.microsoft.com/office/drawing/2014/main" id="{CD1491B0-FA87-78F7-1E49-75861D10E593}"/>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2" name="Freeform: Shape 10">
              <a:extLst>
                <a:ext uri="{FF2B5EF4-FFF2-40B4-BE49-F238E27FC236}">
                  <a16:creationId xmlns:a16="http://schemas.microsoft.com/office/drawing/2014/main" id="{8385BF8E-554D-734F-EBEE-F897EE2E1718}"/>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3" name="Freeform: Shape 11">
              <a:extLst>
                <a:ext uri="{FF2B5EF4-FFF2-40B4-BE49-F238E27FC236}">
                  <a16:creationId xmlns:a16="http://schemas.microsoft.com/office/drawing/2014/main" id="{17318149-0225-AD92-5B2B-30FCDEBDDE37}"/>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4" name="Freeform: Shape 12">
              <a:extLst>
                <a:ext uri="{FF2B5EF4-FFF2-40B4-BE49-F238E27FC236}">
                  <a16:creationId xmlns:a16="http://schemas.microsoft.com/office/drawing/2014/main" id="{7D67FEED-9CE4-00E9-D0E9-DE486D65063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5" name="Freeform: Shape 13">
              <a:extLst>
                <a:ext uri="{FF2B5EF4-FFF2-40B4-BE49-F238E27FC236}">
                  <a16:creationId xmlns:a16="http://schemas.microsoft.com/office/drawing/2014/main" id="{A691C202-DDD6-87FD-1543-82388C12DD4F}"/>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6" name="Freeform: Shape 14">
              <a:extLst>
                <a:ext uri="{FF2B5EF4-FFF2-40B4-BE49-F238E27FC236}">
                  <a16:creationId xmlns:a16="http://schemas.microsoft.com/office/drawing/2014/main" id="{089845B7-00EE-74B5-578E-DE8C00388FD9}"/>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7" name="Freeform: Shape 15">
              <a:extLst>
                <a:ext uri="{FF2B5EF4-FFF2-40B4-BE49-F238E27FC236}">
                  <a16:creationId xmlns:a16="http://schemas.microsoft.com/office/drawing/2014/main" id="{E4858D91-FD5F-9F73-909D-47A11EBBD567}"/>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8" name="Freeform: Shape 16">
              <a:extLst>
                <a:ext uri="{FF2B5EF4-FFF2-40B4-BE49-F238E27FC236}">
                  <a16:creationId xmlns:a16="http://schemas.microsoft.com/office/drawing/2014/main" id="{9ABD699C-5A37-0991-3290-CC5539B0AC30}"/>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9" name="Freeform: Shape 17">
              <a:extLst>
                <a:ext uri="{FF2B5EF4-FFF2-40B4-BE49-F238E27FC236}">
                  <a16:creationId xmlns:a16="http://schemas.microsoft.com/office/drawing/2014/main" id="{925FE3BC-9388-109F-19E4-BFE85EC37B4B}"/>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0" name="Freeform: Shape 18">
              <a:extLst>
                <a:ext uri="{FF2B5EF4-FFF2-40B4-BE49-F238E27FC236}">
                  <a16:creationId xmlns:a16="http://schemas.microsoft.com/office/drawing/2014/main" id="{45520AD8-4E19-EC26-92A4-80E485B5DA4C}"/>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1" name="Freeform: Shape 19">
              <a:extLst>
                <a:ext uri="{FF2B5EF4-FFF2-40B4-BE49-F238E27FC236}">
                  <a16:creationId xmlns:a16="http://schemas.microsoft.com/office/drawing/2014/main" id="{FD089F84-E723-83F0-E2A5-96C5AAF1A22B}"/>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2" name="Freeform: Shape 20">
              <a:extLst>
                <a:ext uri="{FF2B5EF4-FFF2-40B4-BE49-F238E27FC236}">
                  <a16:creationId xmlns:a16="http://schemas.microsoft.com/office/drawing/2014/main" id="{3CD58262-E898-E637-5CF0-098A67520F13}"/>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3" name="Freeform: Shape 21">
              <a:extLst>
                <a:ext uri="{FF2B5EF4-FFF2-40B4-BE49-F238E27FC236}">
                  <a16:creationId xmlns:a16="http://schemas.microsoft.com/office/drawing/2014/main" id="{39579F2B-FD60-4EC6-D28E-94E75B6EEA2C}"/>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4" name="Freeform: Shape 22">
              <a:extLst>
                <a:ext uri="{FF2B5EF4-FFF2-40B4-BE49-F238E27FC236}">
                  <a16:creationId xmlns:a16="http://schemas.microsoft.com/office/drawing/2014/main" id="{CB8DA42E-893E-620D-0D1B-6CA4A7B19222}"/>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5" name="Freeform: Shape 23">
              <a:extLst>
                <a:ext uri="{FF2B5EF4-FFF2-40B4-BE49-F238E27FC236}">
                  <a16:creationId xmlns:a16="http://schemas.microsoft.com/office/drawing/2014/main" id="{7E1E1B76-949A-B970-4144-D9E8F99D9857}"/>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6" name="Freeform: Shape 24">
              <a:extLst>
                <a:ext uri="{FF2B5EF4-FFF2-40B4-BE49-F238E27FC236}">
                  <a16:creationId xmlns:a16="http://schemas.microsoft.com/office/drawing/2014/main" id="{1ED08CF2-ED9F-C041-4BC8-D449F4945035}"/>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7" name="Freeform: Shape 25">
              <a:extLst>
                <a:ext uri="{FF2B5EF4-FFF2-40B4-BE49-F238E27FC236}">
                  <a16:creationId xmlns:a16="http://schemas.microsoft.com/office/drawing/2014/main" id="{4DB32E45-EF62-4998-8972-872BDB035951}"/>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8" name="Freeform: Shape 26">
              <a:extLst>
                <a:ext uri="{FF2B5EF4-FFF2-40B4-BE49-F238E27FC236}">
                  <a16:creationId xmlns:a16="http://schemas.microsoft.com/office/drawing/2014/main" id="{F759D5A0-8BCF-12F9-4B57-CF89DAAF91D0}"/>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9" name="Freeform: Shape 27">
              <a:extLst>
                <a:ext uri="{FF2B5EF4-FFF2-40B4-BE49-F238E27FC236}">
                  <a16:creationId xmlns:a16="http://schemas.microsoft.com/office/drawing/2014/main" id="{9DB5EA2B-DF43-3718-B890-0D6976592237}"/>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0" name="Freeform: Shape 28">
              <a:extLst>
                <a:ext uri="{FF2B5EF4-FFF2-40B4-BE49-F238E27FC236}">
                  <a16:creationId xmlns:a16="http://schemas.microsoft.com/office/drawing/2014/main" id="{C582D210-9034-838B-EBDB-7A44606BBDF2}"/>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1" name="Freeform: Shape 29">
              <a:extLst>
                <a:ext uri="{FF2B5EF4-FFF2-40B4-BE49-F238E27FC236}">
                  <a16:creationId xmlns:a16="http://schemas.microsoft.com/office/drawing/2014/main" id="{19030CF3-365C-1CAA-93EA-13A6EF6F5F11}"/>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2" name="Freeform: Shape 30">
              <a:extLst>
                <a:ext uri="{FF2B5EF4-FFF2-40B4-BE49-F238E27FC236}">
                  <a16:creationId xmlns:a16="http://schemas.microsoft.com/office/drawing/2014/main" id="{E8957CE8-C689-EC09-C1CE-0CB4026BBE25}"/>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3" name="Freeform: Shape 31">
              <a:extLst>
                <a:ext uri="{FF2B5EF4-FFF2-40B4-BE49-F238E27FC236}">
                  <a16:creationId xmlns:a16="http://schemas.microsoft.com/office/drawing/2014/main" id="{D94092CB-E296-EEE3-94B4-59AD48B6F72B}"/>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4" name="Freeform: Shape 32">
              <a:extLst>
                <a:ext uri="{FF2B5EF4-FFF2-40B4-BE49-F238E27FC236}">
                  <a16:creationId xmlns:a16="http://schemas.microsoft.com/office/drawing/2014/main" id="{CB4DB029-9BD3-E61C-8FFD-24CEACA9DFF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5" name="Freeform: Shape 33">
              <a:extLst>
                <a:ext uri="{FF2B5EF4-FFF2-40B4-BE49-F238E27FC236}">
                  <a16:creationId xmlns:a16="http://schemas.microsoft.com/office/drawing/2014/main" id="{B758CD01-DA52-9E61-B8A5-921307179DA8}"/>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6" name="Freeform: Shape 34">
              <a:extLst>
                <a:ext uri="{FF2B5EF4-FFF2-40B4-BE49-F238E27FC236}">
                  <a16:creationId xmlns:a16="http://schemas.microsoft.com/office/drawing/2014/main" id="{0C330576-A38E-4998-E13A-B7753C5E0600}"/>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7" name="Freeform: Shape 35">
              <a:extLst>
                <a:ext uri="{FF2B5EF4-FFF2-40B4-BE49-F238E27FC236}">
                  <a16:creationId xmlns:a16="http://schemas.microsoft.com/office/drawing/2014/main" id="{21BFCAB4-CEEF-D836-879B-7CC94C3371FE}"/>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8" name="Freeform: Shape 36">
              <a:extLst>
                <a:ext uri="{FF2B5EF4-FFF2-40B4-BE49-F238E27FC236}">
                  <a16:creationId xmlns:a16="http://schemas.microsoft.com/office/drawing/2014/main" id="{AB1AEF5A-F316-8AA7-B878-B1C202F0B530}"/>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9" name="Freeform: Shape 37">
              <a:extLst>
                <a:ext uri="{FF2B5EF4-FFF2-40B4-BE49-F238E27FC236}">
                  <a16:creationId xmlns:a16="http://schemas.microsoft.com/office/drawing/2014/main" id="{28D4E1AF-2C74-AA3C-AAAF-284546467924}"/>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80" name="Freeform: Shape 38">
              <a:extLst>
                <a:ext uri="{FF2B5EF4-FFF2-40B4-BE49-F238E27FC236}">
                  <a16:creationId xmlns:a16="http://schemas.microsoft.com/office/drawing/2014/main" id="{F7754812-B36C-3B3B-3F82-461CFDFD3DA8}"/>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84" name="TextBox 83">
            <a:extLst>
              <a:ext uri="{FF2B5EF4-FFF2-40B4-BE49-F238E27FC236}">
                <a16:creationId xmlns:a16="http://schemas.microsoft.com/office/drawing/2014/main" id="{92645025-9F56-EACC-79E3-EFFE0511957B}"/>
              </a:ext>
            </a:extLst>
          </p:cNvPr>
          <p:cNvSpPr txBox="1"/>
          <p:nvPr/>
        </p:nvSpPr>
        <p:spPr>
          <a:xfrm>
            <a:off x="11796280" y="6256621"/>
            <a:ext cx="211514" cy="369332"/>
          </a:xfrm>
          <a:prstGeom prst="rect">
            <a:avLst/>
          </a:prstGeom>
          <a:noFill/>
        </p:spPr>
        <p:txBody>
          <a:bodyPr wrap="square">
            <a:spAutoFit/>
          </a:bodyPr>
          <a:lstStyle/>
          <a:p>
            <a:fld id="{38A635C9-4A98-4745-BD96-9D0E32025E69}" type="slidenum">
              <a:rPr lang="en-IN" smtClean="0"/>
              <a:pPr/>
              <a:t>5</a:t>
            </a:fld>
            <a:endParaRPr lang="en-IN" dirty="0"/>
          </a:p>
        </p:txBody>
      </p:sp>
      <p:sp>
        <p:nvSpPr>
          <p:cNvPr id="85" name="Rectangle 84">
            <a:extLst>
              <a:ext uri="{FF2B5EF4-FFF2-40B4-BE49-F238E27FC236}">
                <a16:creationId xmlns:a16="http://schemas.microsoft.com/office/drawing/2014/main" id="{4322544A-58EE-727A-A6B7-55B52C95FB59}"/>
              </a:ext>
            </a:extLst>
          </p:cNvPr>
          <p:cNvSpPr/>
          <p:nvPr/>
        </p:nvSpPr>
        <p:spPr>
          <a:xfrm>
            <a:off x="11799489" y="6193544"/>
            <a:ext cx="295508" cy="3693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a:t>
            </a:r>
            <a:endParaRPr lang="en-IN" dirty="0"/>
          </a:p>
        </p:txBody>
      </p:sp>
    </p:spTree>
    <p:extLst>
      <p:ext uri="{BB962C8B-B14F-4D97-AF65-F5344CB8AC3E}">
        <p14:creationId xmlns:p14="http://schemas.microsoft.com/office/powerpoint/2010/main" val="3808473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2179C-F05C-147D-752D-87DA1260EA2C}"/>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6286A71B-6CCA-BF57-1E0E-D0F85A170C8D}"/>
              </a:ext>
            </a:extLst>
          </p:cNvPr>
          <p:cNvGrpSpPr/>
          <p:nvPr/>
        </p:nvGrpSpPr>
        <p:grpSpPr>
          <a:xfrm>
            <a:off x="45343" y="6149703"/>
            <a:ext cx="12098172" cy="476250"/>
            <a:chOff x="0" y="6381750"/>
            <a:chExt cx="12192000" cy="476250"/>
          </a:xfrm>
          <a:solidFill>
            <a:srgbClr val="C00000"/>
          </a:solidFill>
        </p:grpSpPr>
        <p:sp>
          <p:nvSpPr>
            <p:cNvPr id="8" name="Rectangle 7">
              <a:extLst>
                <a:ext uri="{FF2B5EF4-FFF2-40B4-BE49-F238E27FC236}">
                  <a16:creationId xmlns:a16="http://schemas.microsoft.com/office/drawing/2014/main" id="{58BDE490-B18A-08CF-8A1F-27F1D9D9C930}"/>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9" name="Group 8">
              <a:extLst>
                <a:ext uri="{FF2B5EF4-FFF2-40B4-BE49-F238E27FC236}">
                  <a16:creationId xmlns:a16="http://schemas.microsoft.com/office/drawing/2014/main" id="{718D5329-5CCE-FEAB-1A0F-B334CADDF97C}"/>
                </a:ext>
              </a:extLst>
            </p:cNvPr>
            <p:cNvGrpSpPr/>
            <p:nvPr/>
          </p:nvGrpSpPr>
          <p:grpSpPr>
            <a:xfrm>
              <a:off x="160089" y="6467143"/>
              <a:ext cx="4087748" cy="273466"/>
              <a:chOff x="4366684" y="2926127"/>
              <a:chExt cx="3278335" cy="2571063"/>
            </a:xfrm>
            <a:grpFill/>
          </p:grpSpPr>
          <p:sp>
            <p:nvSpPr>
              <p:cNvPr id="10" name="Freeform: Shape 4">
                <a:extLst>
                  <a:ext uri="{FF2B5EF4-FFF2-40B4-BE49-F238E27FC236}">
                    <a16:creationId xmlns:a16="http://schemas.microsoft.com/office/drawing/2014/main" id="{1641DA25-5FC6-174F-1CBF-C104202DFA73}"/>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 name="Freeform: Shape 5">
                <a:extLst>
                  <a:ext uri="{FF2B5EF4-FFF2-40B4-BE49-F238E27FC236}">
                    <a16:creationId xmlns:a16="http://schemas.microsoft.com/office/drawing/2014/main" id="{54945FA2-5BEA-70E3-495E-90F95D5EC59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 name="Freeform: Shape 6">
                <a:extLst>
                  <a:ext uri="{FF2B5EF4-FFF2-40B4-BE49-F238E27FC236}">
                    <a16:creationId xmlns:a16="http://schemas.microsoft.com/office/drawing/2014/main" id="{5AF134F5-E01F-DF33-3BD5-2A4D6181A45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3" name="Freeform: Shape 7">
                <a:extLst>
                  <a:ext uri="{FF2B5EF4-FFF2-40B4-BE49-F238E27FC236}">
                    <a16:creationId xmlns:a16="http://schemas.microsoft.com/office/drawing/2014/main" id="{EDA8B4DC-09B8-6DE1-80BA-7E0A119673AB}"/>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4" name="Freeform: Shape 8">
                <a:extLst>
                  <a:ext uri="{FF2B5EF4-FFF2-40B4-BE49-F238E27FC236}">
                    <a16:creationId xmlns:a16="http://schemas.microsoft.com/office/drawing/2014/main" id="{E39D79FC-51EC-1FBB-3F6E-9DA17557948C}"/>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5" name="Freeform: Shape 9">
                <a:extLst>
                  <a:ext uri="{FF2B5EF4-FFF2-40B4-BE49-F238E27FC236}">
                    <a16:creationId xmlns:a16="http://schemas.microsoft.com/office/drawing/2014/main" id="{BB314291-C521-DE51-E8E0-B37D27866411}"/>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6" name="Freeform: Shape 10">
                <a:extLst>
                  <a:ext uri="{FF2B5EF4-FFF2-40B4-BE49-F238E27FC236}">
                    <a16:creationId xmlns:a16="http://schemas.microsoft.com/office/drawing/2014/main" id="{350B0947-7F39-0C8C-F714-F79872029BE6}"/>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7" name="Freeform: Shape 11">
                <a:extLst>
                  <a:ext uri="{FF2B5EF4-FFF2-40B4-BE49-F238E27FC236}">
                    <a16:creationId xmlns:a16="http://schemas.microsoft.com/office/drawing/2014/main" id="{B4BD9857-DAFE-1A1A-36B1-0C35DCE63ED0}"/>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8" name="Freeform: Shape 12">
                <a:extLst>
                  <a:ext uri="{FF2B5EF4-FFF2-40B4-BE49-F238E27FC236}">
                    <a16:creationId xmlns:a16="http://schemas.microsoft.com/office/drawing/2014/main" id="{5C066CAE-95CF-68F8-A019-5C0754920039}"/>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9" name="Freeform: Shape 13">
                <a:extLst>
                  <a:ext uri="{FF2B5EF4-FFF2-40B4-BE49-F238E27FC236}">
                    <a16:creationId xmlns:a16="http://schemas.microsoft.com/office/drawing/2014/main" id="{A4B16851-F8E3-C3FD-8136-FD5A6B672673}"/>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0" name="Freeform: Shape 14">
                <a:extLst>
                  <a:ext uri="{FF2B5EF4-FFF2-40B4-BE49-F238E27FC236}">
                    <a16:creationId xmlns:a16="http://schemas.microsoft.com/office/drawing/2014/main" id="{11BF083C-7A72-96AB-17A2-4B2811DA4DAC}"/>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1" name="Freeform: Shape 15">
                <a:extLst>
                  <a:ext uri="{FF2B5EF4-FFF2-40B4-BE49-F238E27FC236}">
                    <a16:creationId xmlns:a16="http://schemas.microsoft.com/office/drawing/2014/main" id="{6EE72C08-11F6-6DD7-A305-A938863DC9C3}"/>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2" name="Freeform: Shape 16">
                <a:extLst>
                  <a:ext uri="{FF2B5EF4-FFF2-40B4-BE49-F238E27FC236}">
                    <a16:creationId xmlns:a16="http://schemas.microsoft.com/office/drawing/2014/main" id="{A9D89238-222D-63EA-75D3-04A85D04A281}"/>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3" name="Freeform: Shape 17">
                <a:extLst>
                  <a:ext uri="{FF2B5EF4-FFF2-40B4-BE49-F238E27FC236}">
                    <a16:creationId xmlns:a16="http://schemas.microsoft.com/office/drawing/2014/main" id="{738F426D-54EB-9459-8512-A9D98117CA9A}"/>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4" name="Freeform: Shape 18">
                <a:extLst>
                  <a:ext uri="{FF2B5EF4-FFF2-40B4-BE49-F238E27FC236}">
                    <a16:creationId xmlns:a16="http://schemas.microsoft.com/office/drawing/2014/main" id="{53D9A39A-AA7C-B657-02F6-58E36FC87CA1}"/>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5" name="Freeform: Shape 19">
                <a:extLst>
                  <a:ext uri="{FF2B5EF4-FFF2-40B4-BE49-F238E27FC236}">
                    <a16:creationId xmlns:a16="http://schemas.microsoft.com/office/drawing/2014/main" id="{470D14E5-A9B1-8CA9-0D58-282D9661AAFA}"/>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6" name="Freeform: Shape 20">
                <a:extLst>
                  <a:ext uri="{FF2B5EF4-FFF2-40B4-BE49-F238E27FC236}">
                    <a16:creationId xmlns:a16="http://schemas.microsoft.com/office/drawing/2014/main" id="{20CFC48F-52EE-06EC-B76B-E346148F43EB}"/>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7" name="Freeform: Shape 21">
                <a:extLst>
                  <a:ext uri="{FF2B5EF4-FFF2-40B4-BE49-F238E27FC236}">
                    <a16:creationId xmlns:a16="http://schemas.microsoft.com/office/drawing/2014/main" id="{30E4C1C9-4BEC-3682-30B6-453FBC7AA9B8}"/>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8" name="Freeform: Shape 22">
                <a:extLst>
                  <a:ext uri="{FF2B5EF4-FFF2-40B4-BE49-F238E27FC236}">
                    <a16:creationId xmlns:a16="http://schemas.microsoft.com/office/drawing/2014/main" id="{19B86674-42C7-4CFB-78B2-9562EC53E7C0}"/>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9" name="Freeform: Shape 23">
                <a:extLst>
                  <a:ext uri="{FF2B5EF4-FFF2-40B4-BE49-F238E27FC236}">
                    <a16:creationId xmlns:a16="http://schemas.microsoft.com/office/drawing/2014/main" id="{4808B27B-E05A-3611-E80F-005EDD1EE2CF}"/>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0" name="Freeform: Shape 24">
                <a:extLst>
                  <a:ext uri="{FF2B5EF4-FFF2-40B4-BE49-F238E27FC236}">
                    <a16:creationId xmlns:a16="http://schemas.microsoft.com/office/drawing/2014/main" id="{F2C9EF18-F3E3-5BC0-050E-46A8D1779A2B}"/>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1" name="Freeform: Shape 25">
                <a:extLst>
                  <a:ext uri="{FF2B5EF4-FFF2-40B4-BE49-F238E27FC236}">
                    <a16:creationId xmlns:a16="http://schemas.microsoft.com/office/drawing/2014/main" id="{DEFB1EB0-E727-9292-6328-AC0CC021BBE6}"/>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2" name="Freeform: Shape 26">
                <a:extLst>
                  <a:ext uri="{FF2B5EF4-FFF2-40B4-BE49-F238E27FC236}">
                    <a16:creationId xmlns:a16="http://schemas.microsoft.com/office/drawing/2014/main" id="{2674C5E1-3B63-883C-1A98-EF137968F6CB}"/>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3" name="Freeform: Shape 27">
                <a:extLst>
                  <a:ext uri="{FF2B5EF4-FFF2-40B4-BE49-F238E27FC236}">
                    <a16:creationId xmlns:a16="http://schemas.microsoft.com/office/drawing/2014/main" id="{E1A0DD07-4EC8-517A-128A-B61EF12D14D7}"/>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4" name="Freeform: Shape 28">
                <a:extLst>
                  <a:ext uri="{FF2B5EF4-FFF2-40B4-BE49-F238E27FC236}">
                    <a16:creationId xmlns:a16="http://schemas.microsoft.com/office/drawing/2014/main" id="{1C3AA7F6-56EE-DF6D-3844-991925FBF6C9}"/>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5" name="Freeform: Shape 29">
                <a:extLst>
                  <a:ext uri="{FF2B5EF4-FFF2-40B4-BE49-F238E27FC236}">
                    <a16:creationId xmlns:a16="http://schemas.microsoft.com/office/drawing/2014/main" id="{733145BB-E20F-CA56-DFD0-6876F8E7B130}"/>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6" name="Freeform: Shape 30">
                <a:extLst>
                  <a:ext uri="{FF2B5EF4-FFF2-40B4-BE49-F238E27FC236}">
                    <a16:creationId xmlns:a16="http://schemas.microsoft.com/office/drawing/2014/main" id="{66FC6D89-638C-F59A-0FEB-92B5E05C3F2E}"/>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7" name="Freeform: Shape 31">
                <a:extLst>
                  <a:ext uri="{FF2B5EF4-FFF2-40B4-BE49-F238E27FC236}">
                    <a16:creationId xmlns:a16="http://schemas.microsoft.com/office/drawing/2014/main" id="{C9ED9EA7-52D6-CCF1-2D59-7BFD7EA1323E}"/>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8" name="Freeform: Shape 32">
                <a:extLst>
                  <a:ext uri="{FF2B5EF4-FFF2-40B4-BE49-F238E27FC236}">
                    <a16:creationId xmlns:a16="http://schemas.microsoft.com/office/drawing/2014/main" id="{11D9CBE9-DF7B-5407-9D18-6E56F8804599}"/>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9" name="Freeform: Shape 33">
                <a:extLst>
                  <a:ext uri="{FF2B5EF4-FFF2-40B4-BE49-F238E27FC236}">
                    <a16:creationId xmlns:a16="http://schemas.microsoft.com/office/drawing/2014/main" id="{23EE804C-6015-432C-35C9-3D410A575638}"/>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0" name="Freeform: Shape 34">
                <a:extLst>
                  <a:ext uri="{FF2B5EF4-FFF2-40B4-BE49-F238E27FC236}">
                    <a16:creationId xmlns:a16="http://schemas.microsoft.com/office/drawing/2014/main" id="{F82A965A-922E-EA80-F4C4-013A8D6F8339}"/>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1" name="Freeform: Shape 35">
                <a:extLst>
                  <a:ext uri="{FF2B5EF4-FFF2-40B4-BE49-F238E27FC236}">
                    <a16:creationId xmlns:a16="http://schemas.microsoft.com/office/drawing/2014/main" id="{9F97966A-77A2-4132-92A6-0471E8583E6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2" name="Freeform: Shape 36">
                <a:extLst>
                  <a:ext uri="{FF2B5EF4-FFF2-40B4-BE49-F238E27FC236}">
                    <a16:creationId xmlns:a16="http://schemas.microsoft.com/office/drawing/2014/main" id="{C1E443D2-12BC-7070-6186-C0752204BEB2}"/>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3" name="Freeform: Shape 37">
                <a:extLst>
                  <a:ext uri="{FF2B5EF4-FFF2-40B4-BE49-F238E27FC236}">
                    <a16:creationId xmlns:a16="http://schemas.microsoft.com/office/drawing/2014/main" id="{76103B27-8BBA-1F55-418C-F86F194C092B}"/>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4" name="Freeform: Shape 38">
                <a:extLst>
                  <a:ext uri="{FF2B5EF4-FFF2-40B4-BE49-F238E27FC236}">
                    <a16:creationId xmlns:a16="http://schemas.microsoft.com/office/drawing/2014/main" id="{ABA14854-2FD4-26C6-26FA-1C52DE06E111}"/>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sp>
        <p:nvSpPr>
          <p:cNvPr id="2" name="Title 1">
            <a:extLst>
              <a:ext uri="{FF2B5EF4-FFF2-40B4-BE49-F238E27FC236}">
                <a16:creationId xmlns:a16="http://schemas.microsoft.com/office/drawing/2014/main" id="{7689FBE2-C6B7-A033-ED42-A139F0AFFE6D}"/>
              </a:ext>
            </a:extLst>
          </p:cNvPr>
          <p:cNvSpPr>
            <a:spLocks noGrp="1"/>
          </p:cNvSpPr>
          <p:nvPr>
            <p:ph type="ctrTitle"/>
          </p:nvPr>
        </p:nvSpPr>
        <p:spPr>
          <a:xfrm>
            <a:off x="287475" y="409455"/>
            <a:ext cx="10826642" cy="710633"/>
          </a:xfrm>
        </p:spPr>
        <p:txBody>
          <a:bodyPr>
            <a:normAutofit fontScale="90000"/>
          </a:bodyPr>
          <a:lstStyle/>
          <a:p>
            <a:r>
              <a:rPr lang="en-US" b="1" dirty="0"/>
              <a:t>Methodology</a:t>
            </a:r>
            <a:endParaRPr lang="en-IN" b="1" dirty="0">
              <a:latin typeface="+mn-lt"/>
            </a:endParaRPr>
          </a:p>
        </p:txBody>
      </p:sp>
      <p:sp>
        <p:nvSpPr>
          <p:cNvPr id="3" name="Subtitle 2">
            <a:extLst>
              <a:ext uri="{FF2B5EF4-FFF2-40B4-BE49-F238E27FC236}">
                <a16:creationId xmlns:a16="http://schemas.microsoft.com/office/drawing/2014/main" id="{A53DCB13-849A-DA6A-3A1B-22B79F0B38C2}"/>
              </a:ext>
            </a:extLst>
          </p:cNvPr>
          <p:cNvSpPr>
            <a:spLocks noGrp="1"/>
          </p:cNvSpPr>
          <p:nvPr>
            <p:ph type="subTitle" idx="1"/>
          </p:nvPr>
        </p:nvSpPr>
        <p:spPr>
          <a:xfrm>
            <a:off x="121328" y="1313991"/>
            <a:ext cx="12022187" cy="4346976"/>
          </a:xfrm>
        </p:spPr>
        <p:txBody>
          <a:bodyPr>
            <a:noAutofit/>
          </a:bodyPr>
          <a:lstStyle/>
          <a:p>
            <a:pPr marL="357911" marR="1620596" indent="303568" algn="l" rtl="0">
              <a:buNone/>
            </a:pPr>
            <a:r>
              <a:rPr lang="en-US" sz="1050" b="1" i="0" u="none" strike="noStrike" dirty="0">
                <a:solidFill>
                  <a:srgbClr val="000000"/>
                </a:solidFill>
                <a:effectLst/>
                <a:latin typeface="Arial" panose="020B0604020202020204" pitchFamily="34" charset="0"/>
              </a:rPr>
              <a:t> </a:t>
            </a:r>
            <a:endParaRPr lang="en-US" sz="1050" b="0" dirty="0">
              <a:effectLst/>
            </a:endParaRPr>
          </a:p>
          <a:p>
            <a:pPr marL="363233" marR="334137" indent="-3505" algn="l" rtl="0">
              <a:spcBef>
                <a:spcPts val="441"/>
              </a:spcBef>
              <a:buNone/>
            </a:pPr>
            <a:r>
              <a:rPr lang="en-US" sz="1050" b="0" i="0" u="none" strike="noStrike" dirty="0">
                <a:solidFill>
                  <a:srgbClr val="000000"/>
                </a:solidFill>
                <a:effectLst/>
              </a:rPr>
              <a:t>                 </a:t>
            </a:r>
            <a:endParaRPr lang="en-US" sz="1050" b="0" dirty="0">
              <a:effectLst/>
            </a:endParaRPr>
          </a:p>
          <a:p>
            <a:pPr marL="434556" algn="l" rtl="0">
              <a:spcBef>
                <a:spcPts val="75"/>
              </a:spcBef>
              <a:buNone/>
            </a:pPr>
            <a:r>
              <a:rPr lang="en-US" sz="1600" b="0" i="0" u="none" strike="noStrike" dirty="0">
                <a:solidFill>
                  <a:srgbClr val="000000"/>
                </a:solidFill>
                <a:effectLst/>
              </a:rPr>
              <a:t>              3.  </a:t>
            </a:r>
            <a:r>
              <a:rPr lang="en-US" sz="1600" b="1" i="0" u="none" strike="noStrike" dirty="0">
                <a:solidFill>
                  <a:srgbClr val="000000"/>
                </a:solidFill>
                <a:effectLst/>
              </a:rPr>
              <a:t>Robust Data Processing Pipeline: </a:t>
            </a:r>
            <a:endParaRPr lang="en-US" sz="1600" b="0" dirty="0">
              <a:effectLst/>
            </a:endParaRPr>
          </a:p>
          <a:p>
            <a:pPr marL="890854" marR="692912" indent="11417" algn="l" rtl="0">
              <a:spcBef>
                <a:spcPts val="325"/>
              </a:spcBef>
              <a:buNone/>
            </a:pPr>
            <a:r>
              <a:rPr lang="en-US" sz="1600" b="0" i="0" u="none" strike="noStrike" dirty="0">
                <a:solidFill>
                  <a:srgbClr val="000000"/>
                </a:solidFill>
                <a:effectLst/>
              </a:rPr>
              <a:t>During training the system uses dynamic data augmentation methods to enhance generalization capabilities. </a:t>
            </a:r>
            <a:endParaRPr lang="en-US" sz="1600" b="0" dirty="0">
              <a:effectLst/>
            </a:endParaRPr>
          </a:p>
          <a:p>
            <a:pPr marL="889775" marR="403428" indent="-12497" algn="l" rtl="0">
              <a:spcBef>
                <a:spcPts val="75"/>
              </a:spcBef>
              <a:buNone/>
            </a:pPr>
            <a:r>
              <a:rPr lang="en-US" sz="1600" b="0" i="0" u="none" strike="noStrike" dirty="0">
                <a:solidFill>
                  <a:srgbClr val="000000"/>
                </a:solidFill>
                <a:effectLst/>
              </a:rPr>
              <a:t>The system enables real-time processing of images under different lighting situations. Background invariant detection techniques </a:t>
            </a:r>
          </a:p>
          <a:p>
            <a:pPr marL="889775" marR="403428" indent="-12497" algn="l" rtl="0">
              <a:spcBef>
                <a:spcPts val="75"/>
              </a:spcBef>
              <a:buNone/>
            </a:pPr>
            <a:endParaRPr lang="en-US" sz="1600" b="0" dirty="0">
              <a:effectLst/>
            </a:endParaRPr>
          </a:p>
          <a:p>
            <a:pPr marL="433642" algn="l" rtl="0">
              <a:spcBef>
                <a:spcPts val="13"/>
              </a:spcBef>
              <a:buNone/>
            </a:pPr>
            <a:r>
              <a:rPr lang="en-US" sz="1600" b="0" i="0" u="none" strike="noStrike" dirty="0">
                <a:solidFill>
                  <a:srgbClr val="000000"/>
                </a:solidFill>
                <a:effectLst/>
              </a:rPr>
              <a:t>              4.  </a:t>
            </a:r>
            <a:r>
              <a:rPr lang="en-US" sz="1600" b="1" i="0" u="none" strike="noStrike" dirty="0">
                <a:solidFill>
                  <a:srgbClr val="000000"/>
                </a:solidFill>
                <a:effectLst/>
              </a:rPr>
              <a:t>Efficient Model Architecture: </a:t>
            </a:r>
            <a:endParaRPr lang="en-US" sz="1600" b="0" dirty="0">
              <a:effectLst/>
            </a:endParaRPr>
          </a:p>
          <a:p>
            <a:pPr marL="891769" marR="812279" indent="-8369" algn="l" rtl="0">
              <a:spcBef>
                <a:spcPts val="325"/>
              </a:spcBef>
              <a:buNone/>
            </a:pPr>
            <a:r>
              <a:rPr lang="en-US" sz="1600" b="0" i="0" u="none" strike="noStrike" dirty="0">
                <a:solidFill>
                  <a:srgbClr val="000000"/>
                </a:solidFill>
                <a:effectLst/>
              </a:rPr>
              <a:t>We applied model quantization along with pruning techniques for deploying the model onto restricted devices. </a:t>
            </a:r>
            <a:endParaRPr lang="en-US" sz="1600" b="0" dirty="0">
              <a:effectLst/>
            </a:endParaRPr>
          </a:p>
          <a:p>
            <a:pPr marL="437159" marR="829081" indent="452615" algn="l" rtl="0">
              <a:spcBef>
                <a:spcPts val="75"/>
              </a:spcBef>
              <a:buNone/>
            </a:pPr>
            <a:r>
              <a:rPr lang="en-US" sz="1600" b="0" i="0" u="none" strike="noStrike" dirty="0">
                <a:solidFill>
                  <a:srgbClr val="000000"/>
                </a:solidFill>
                <a:effectLst/>
              </a:rPr>
              <a:t>The system contains a real-time detection optimization of its inference process. A video frame batch processing system     works to enhance system throughput.</a:t>
            </a:r>
          </a:p>
          <a:p>
            <a:pPr marL="437159" marR="829081" indent="452615" algn="l" rtl="0">
              <a:spcBef>
                <a:spcPts val="75"/>
              </a:spcBef>
              <a:buNone/>
            </a:pPr>
            <a:endParaRPr lang="en-US" sz="1600" dirty="0">
              <a:solidFill>
                <a:srgbClr val="000000"/>
              </a:solidFill>
            </a:endParaRPr>
          </a:p>
          <a:p>
            <a:pPr marL="437159" marR="829081" indent="452615" algn="l" rtl="0">
              <a:spcBef>
                <a:spcPts val="75"/>
              </a:spcBef>
              <a:buNone/>
            </a:pPr>
            <a:r>
              <a:rPr lang="en-US" sz="1600" b="0" i="0" u="none" strike="noStrike" dirty="0">
                <a:solidFill>
                  <a:srgbClr val="000000"/>
                </a:solidFill>
                <a:effectLst/>
              </a:rPr>
              <a:t>5.  </a:t>
            </a:r>
            <a:r>
              <a:rPr lang="en-US" sz="1600" b="1" i="0" u="none" strike="noStrike" dirty="0">
                <a:solidFill>
                  <a:srgbClr val="000000"/>
                </a:solidFill>
                <a:effectLst/>
              </a:rPr>
              <a:t>User-friendly Interface: </a:t>
            </a:r>
            <a:endParaRPr lang="en-US" sz="1600" b="0" dirty="0">
              <a:effectLst/>
            </a:endParaRPr>
          </a:p>
          <a:p>
            <a:pPr marL="889775" algn="l" rtl="0">
              <a:spcBef>
                <a:spcPts val="325"/>
              </a:spcBef>
              <a:buNone/>
            </a:pPr>
            <a:r>
              <a:rPr lang="en-US" sz="1600" b="0" i="0" u="none" strike="noStrike" dirty="0">
                <a:solidFill>
                  <a:srgbClr val="000000"/>
                </a:solidFill>
                <a:effectLst/>
              </a:rPr>
              <a:t>Text interpretation of detected warning signs appears in real-time. </a:t>
            </a:r>
            <a:endParaRPr lang="en-US" sz="1600" b="0" dirty="0">
              <a:effectLst/>
            </a:endParaRPr>
          </a:p>
          <a:p>
            <a:pPr marL="901357" algn="l" rtl="0">
              <a:spcBef>
                <a:spcPts val="250"/>
              </a:spcBef>
              <a:buNone/>
            </a:pPr>
            <a:r>
              <a:rPr lang="en-US" sz="1600" b="0" i="0" u="none" strike="noStrike" dirty="0">
                <a:solidFill>
                  <a:srgbClr val="000000"/>
                </a:solidFill>
                <a:effectLst/>
              </a:rPr>
              <a:t>User feedback mechanism for continuous improvement </a:t>
            </a:r>
            <a:endParaRPr lang="en-US" sz="1600" b="0" dirty="0">
              <a:effectLst/>
            </a:endParaRPr>
          </a:p>
          <a:p>
            <a:pPr marL="896633" algn="l" rtl="0">
              <a:spcBef>
                <a:spcPts val="250"/>
              </a:spcBef>
              <a:buNone/>
            </a:pPr>
            <a:r>
              <a:rPr lang="en-US" sz="1600" b="0" i="0" u="none" strike="noStrike" dirty="0">
                <a:solidFill>
                  <a:srgbClr val="000000"/>
                </a:solidFill>
                <a:effectLst/>
              </a:rPr>
              <a:t>Cross-platform compatibility (desktop and mobile) </a:t>
            </a:r>
            <a:endParaRPr lang="en-US" sz="1600" b="0" dirty="0">
              <a:effectLst/>
            </a:endParaRPr>
          </a:p>
          <a:p>
            <a:pPr marL="356387" marR="954659" indent="-10351" algn="l" rtl="0">
              <a:spcBef>
                <a:spcPts val="1525"/>
              </a:spcBef>
              <a:buNone/>
            </a:pPr>
            <a:r>
              <a:rPr lang="en-US" sz="1600" b="0" i="0" u="none" strike="noStrike" dirty="0">
                <a:solidFill>
                  <a:srgbClr val="000000"/>
                </a:solidFill>
                <a:effectLst/>
              </a:rPr>
              <a:t>             The system is designed to detect common phrases/words in American Sign Language, providing immediate textual                       interpretation    to          facilitate     communication.   </a:t>
            </a:r>
            <a:endParaRPr lang="en-US" sz="1600" b="0" dirty="0">
              <a:effectLst/>
            </a:endParaRPr>
          </a:p>
          <a:p>
            <a:pPr>
              <a:buNone/>
            </a:pPr>
            <a:br>
              <a:rPr lang="en-US" sz="1600" dirty="0"/>
            </a:br>
            <a:endParaRPr lang="en-IN" sz="1600" dirty="0"/>
          </a:p>
        </p:txBody>
      </p:sp>
      <p:grpSp>
        <p:nvGrpSpPr>
          <p:cNvPr id="4" name="Group 3">
            <a:extLst>
              <a:ext uri="{FF2B5EF4-FFF2-40B4-BE49-F238E27FC236}">
                <a16:creationId xmlns:a16="http://schemas.microsoft.com/office/drawing/2014/main" id="{7B9D237D-87DA-BFFC-EB56-A985BA488EEE}"/>
              </a:ext>
            </a:extLst>
          </p:cNvPr>
          <p:cNvGrpSpPr/>
          <p:nvPr/>
        </p:nvGrpSpPr>
        <p:grpSpPr>
          <a:xfrm>
            <a:off x="4406192" y="6117537"/>
            <a:ext cx="7369479" cy="465286"/>
            <a:chOff x="4817758" y="6382984"/>
            <a:chExt cx="7369479" cy="465286"/>
          </a:xfrm>
        </p:grpSpPr>
        <p:sp>
          <p:nvSpPr>
            <p:cNvPr id="5" name="Rectangle 4">
              <a:extLst>
                <a:ext uri="{FF2B5EF4-FFF2-40B4-BE49-F238E27FC236}">
                  <a16:creationId xmlns:a16="http://schemas.microsoft.com/office/drawing/2014/main" id="{8E1AFDDE-0073-AFF3-14E6-2F4CBA9B7355}"/>
                </a:ext>
              </a:extLst>
            </p:cNvPr>
            <p:cNvSpPr/>
            <p:nvPr/>
          </p:nvSpPr>
          <p:spPr>
            <a:xfrm>
              <a:off x="4817758" y="6382984"/>
              <a:ext cx="7369479" cy="4652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6" name="Picture 5">
              <a:extLst>
                <a:ext uri="{FF2B5EF4-FFF2-40B4-BE49-F238E27FC236}">
                  <a16:creationId xmlns:a16="http://schemas.microsoft.com/office/drawing/2014/main" id="{910F5FA2-A203-453A-E0EF-60775B5550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3655" y="6397831"/>
              <a:ext cx="7281503" cy="417465"/>
            </a:xfrm>
            <a:prstGeom prst="rect">
              <a:avLst/>
            </a:prstGeom>
            <a:ln>
              <a:solidFill>
                <a:schemeClr val="bg1"/>
              </a:solidFill>
            </a:ln>
          </p:spPr>
        </p:pic>
      </p:grpSp>
      <p:grpSp>
        <p:nvGrpSpPr>
          <p:cNvPr id="45" name="Group 44">
            <a:extLst>
              <a:ext uri="{FF2B5EF4-FFF2-40B4-BE49-F238E27FC236}">
                <a16:creationId xmlns:a16="http://schemas.microsoft.com/office/drawing/2014/main" id="{CB4BB6BE-56C8-9AC0-BD70-6C3AABC288A0}"/>
              </a:ext>
            </a:extLst>
          </p:cNvPr>
          <p:cNvGrpSpPr/>
          <p:nvPr/>
        </p:nvGrpSpPr>
        <p:grpSpPr>
          <a:xfrm>
            <a:off x="97003" y="6193544"/>
            <a:ext cx="4247655" cy="273466"/>
            <a:chOff x="4366684" y="2926127"/>
            <a:chExt cx="3278335" cy="2571063"/>
          </a:xfrm>
        </p:grpSpPr>
        <p:sp>
          <p:nvSpPr>
            <p:cNvPr id="46" name="Freeform: Shape 4">
              <a:extLst>
                <a:ext uri="{FF2B5EF4-FFF2-40B4-BE49-F238E27FC236}">
                  <a16:creationId xmlns:a16="http://schemas.microsoft.com/office/drawing/2014/main" id="{C745E596-5E7F-7FD8-4876-C0A16B825FF1}"/>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7" name="Freeform: Shape 5">
              <a:extLst>
                <a:ext uri="{FF2B5EF4-FFF2-40B4-BE49-F238E27FC236}">
                  <a16:creationId xmlns:a16="http://schemas.microsoft.com/office/drawing/2014/main" id="{0C67B815-93B2-66ED-CD18-9C76E263F07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8" name="Freeform: Shape 6">
              <a:extLst>
                <a:ext uri="{FF2B5EF4-FFF2-40B4-BE49-F238E27FC236}">
                  <a16:creationId xmlns:a16="http://schemas.microsoft.com/office/drawing/2014/main" id="{74943945-1DE1-1C86-2932-0DE7A90E4DC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9" name="Freeform: Shape 7">
              <a:extLst>
                <a:ext uri="{FF2B5EF4-FFF2-40B4-BE49-F238E27FC236}">
                  <a16:creationId xmlns:a16="http://schemas.microsoft.com/office/drawing/2014/main" id="{2805348A-2BC2-3097-0DC9-5FD258CE06EE}"/>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0" name="Freeform: Shape 8">
              <a:extLst>
                <a:ext uri="{FF2B5EF4-FFF2-40B4-BE49-F238E27FC236}">
                  <a16:creationId xmlns:a16="http://schemas.microsoft.com/office/drawing/2014/main" id="{CBF426B5-4C0E-E15D-4B59-52DE37036413}"/>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1" name="Freeform: Shape 9">
              <a:extLst>
                <a:ext uri="{FF2B5EF4-FFF2-40B4-BE49-F238E27FC236}">
                  <a16:creationId xmlns:a16="http://schemas.microsoft.com/office/drawing/2014/main" id="{CD1491B0-FA87-78F7-1E49-75861D10E593}"/>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2" name="Freeform: Shape 10">
              <a:extLst>
                <a:ext uri="{FF2B5EF4-FFF2-40B4-BE49-F238E27FC236}">
                  <a16:creationId xmlns:a16="http://schemas.microsoft.com/office/drawing/2014/main" id="{8385BF8E-554D-734F-EBEE-F897EE2E1718}"/>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3" name="Freeform: Shape 11">
              <a:extLst>
                <a:ext uri="{FF2B5EF4-FFF2-40B4-BE49-F238E27FC236}">
                  <a16:creationId xmlns:a16="http://schemas.microsoft.com/office/drawing/2014/main" id="{17318149-0225-AD92-5B2B-30FCDEBDDE37}"/>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4" name="Freeform: Shape 12">
              <a:extLst>
                <a:ext uri="{FF2B5EF4-FFF2-40B4-BE49-F238E27FC236}">
                  <a16:creationId xmlns:a16="http://schemas.microsoft.com/office/drawing/2014/main" id="{7D67FEED-9CE4-00E9-D0E9-DE486D65063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5" name="Freeform: Shape 13">
              <a:extLst>
                <a:ext uri="{FF2B5EF4-FFF2-40B4-BE49-F238E27FC236}">
                  <a16:creationId xmlns:a16="http://schemas.microsoft.com/office/drawing/2014/main" id="{A691C202-DDD6-87FD-1543-82388C12DD4F}"/>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6" name="Freeform: Shape 14">
              <a:extLst>
                <a:ext uri="{FF2B5EF4-FFF2-40B4-BE49-F238E27FC236}">
                  <a16:creationId xmlns:a16="http://schemas.microsoft.com/office/drawing/2014/main" id="{089845B7-00EE-74B5-578E-DE8C00388FD9}"/>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7" name="Freeform: Shape 15">
              <a:extLst>
                <a:ext uri="{FF2B5EF4-FFF2-40B4-BE49-F238E27FC236}">
                  <a16:creationId xmlns:a16="http://schemas.microsoft.com/office/drawing/2014/main" id="{E4858D91-FD5F-9F73-909D-47A11EBBD567}"/>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8" name="Freeform: Shape 16">
              <a:extLst>
                <a:ext uri="{FF2B5EF4-FFF2-40B4-BE49-F238E27FC236}">
                  <a16:creationId xmlns:a16="http://schemas.microsoft.com/office/drawing/2014/main" id="{9ABD699C-5A37-0991-3290-CC5539B0AC30}"/>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9" name="Freeform: Shape 17">
              <a:extLst>
                <a:ext uri="{FF2B5EF4-FFF2-40B4-BE49-F238E27FC236}">
                  <a16:creationId xmlns:a16="http://schemas.microsoft.com/office/drawing/2014/main" id="{925FE3BC-9388-109F-19E4-BFE85EC37B4B}"/>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0" name="Freeform: Shape 18">
              <a:extLst>
                <a:ext uri="{FF2B5EF4-FFF2-40B4-BE49-F238E27FC236}">
                  <a16:creationId xmlns:a16="http://schemas.microsoft.com/office/drawing/2014/main" id="{45520AD8-4E19-EC26-92A4-80E485B5DA4C}"/>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1" name="Freeform: Shape 19">
              <a:extLst>
                <a:ext uri="{FF2B5EF4-FFF2-40B4-BE49-F238E27FC236}">
                  <a16:creationId xmlns:a16="http://schemas.microsoft.com/office/drawing/2014/main" id="{FD089F84-E723-83F0-E2A5-96C5AAF1A22B}"/>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2" name="Freeform: Shape 20">
              <a:extLst>
                <a:ext uri="{FF2B5EF4-FFF2-40B4-BE49-F238E27FC236}">
                  <a16:creationId xmlns:a16="http://schemas.microsoft.com/office/drawing/2014/main" id="{3CD58262-E898-E637-5CF0-098A67520F13}"/>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3" name="Freeform: Shape 21">
              <a:extLst>
                <a:ext uri="{FF2B5EF4-FFF2-40B4-BE49-F238E27FC236}">
                  <a16:creationId xmlns:a16="http://schemas.microsoft.com/office/drawing/2014/main" id="{39579F2B-FD60-4EC6-D28E-94E75B6EEA2C}"/>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4" name="Freeform: Shape 22">
              <a:extLst>
                <a:ext uri="{FF2B5EF4-FFF2-40B4-BE49-F238E27FC236}">
                  <a16:creationId xmlns:a16="http://schemas.microsoft.com/office/drawing/2014/main" id="{CB8DA42E-893E-620D-0D1B-6CA4A7B19222}"/>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5" name="Freeform: Shape 23">
              <a:extLst>
                <a:ext uri="{FF2B5EF4-FFF2-40B4-BE49-F238E27FC236}">
                  <a16:creationId xmlns:a16="http://schemas.microsoft.com/office/drawing/2014/main" id="{7E1E1B76-949A-B970-4144-D9E8F99D9857}"/>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6" name="Freeform: Shape 24">
              <a:extLst>
                <a:ext uri="{FF2B5EF4-FFF2-40B4-BE49-F238E27FC236}">
                  <a16:creationId xmlns:a16="http://schemas.microsoft.com/office/drawing/2014/main" id="{1ED08CF2-ED9F-C041-4BC8-D449F4945035}"/>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7" name="Freeform: Shape 25">
              <a:extLst>
                <a:ext uri="{FF2B5EF4-FFF2-40B4-BE49-F238E27FC236}">
                  <a16:creationId xmlns:a16="http://schemas.microsoft.com/office/drawing/2014/main" id="{4DB32E45-EF62-4998-8972-872BDB035951}"/>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8" name="Freeform: Shape 26">
              <a:extLst>
                <a:ext uri="{FF2B5EF4-FFF2-40B4-BE49-F238E27FC236}">
                  <a16:creationId xmlns:a16="http://schemas.microsoft.com/office/drawing/2014/main" id="{F759D5A0-8BCF-12F9-4B57-CF89DAAF91D0}"/>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9" name="Freeform: Shape 27">
              <a:extLst>
                <a:ext uri="{FF2B5EF4-FFF2-40B4-BE49-F238E27FC236}">
                  <a16:creationId xmlns:a16="http://schemas.microsoft.com/office/drawing/2014/main" id="{9DB5EA2B-DF43-3718-B890-0D6976592237}"/>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0" name="Freeform: Shape 28">
              <a:extLst>
                <a:ext uri="{FF2B5EF4-FFF2-40B4-BE49-F238E27FC236}">
                  <a16:creationId xmlns:a16="http://schemas.microsoft.com/office/drawing/2014/main" id="{C582D210-9034-838B-EBDB-7A44606BBDF2}"/>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1" name="Freeform: Shape 29">
              <a:extLst>
                <a:ext uri="{FF2B5EF4-FFF2-40B4-BE49-F238E27FC236}">
                  <a16:creationId xmlns:a16="http://schemas.microsoft.com/office/drawing/2014/main" id="{19030CF3-365C-1CAA-93EA-13A6EF6F5F11}"/>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2" name="Freeform: Shape 30">
              <a:extLst>
                <a:ext uri="{FF2B5EF4-FFF2-40B4-BE49-F238E27FC236}">
                  <a16:creationId xmlns:a16="http://schemas.microsoft.com/office/drawing/2014/main" id="{E8957CE8-C689-EC09-C1CE-0CB4026BBE25}"/>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3" name="Freeform: Shape 31">
              <a:extLst>
                <a:ext uri="{FF2B5EF4-FFF2-40B4-BE49-F238E27FC236}">
                  <a16:creationId xmlns:a16="http://schemas.microsoft.com/office/drawing/2014/main" id="{D94092CB-E296-EEE3-94B4-59AD48B6F72B}"/>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4" name="Freeform: Shape 32">
              <a:extLst>
                <a:ext uri="{FF2B5EF4-FFF2-40B4-BE49-F238E27FC236}">
                  <a16:creationId xmlns:a16="http://schemas.microsoft.com/office/drawing/2014/main" id="{CB4DB029-9BD3-E61C-8FFD-24CEACA9DFF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5" name="Freeform: Shape 33">
              <a:extLst>
                <a:ext uri="{FF2B5EF4-FFF2-40B4-BE49-F238E27FC236}">
                  <a16:creationId xmlns:a16="http://schemas.microsoft.com/office/drawing/2014/main" id="{B758CD01-DA52-9E61-B8A5-921307179DA8}"/>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6" name="Freeform: Shape 34">
              <a:extLst>
                <a:ext uri="{FF2B5EF4-FFF2-40B4-BE49-F238E27FC236}">
                  <a16:creationId xmlns:a16="http://schemas.microsoft.com/office/drawing/2014/main" id="{0C330576-A38E-4998-E13A-B7753C5E0600}"/>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7" name="Freeform: Shape 35">
              <a:extLst>
                <a:ext uri="{FF2B5EF4-FFF2-40B4-BE49-F238E27FC236}">
                  <a16:creationId xmlns:a16="http://schemas.microsoft.com/office/drawing/2014/main" id="{21BFCAB4-CEEF-D836-879B-7CC94C3371FE}"/>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8" name="Freeform: Shape 36">
              <a:extLst>
                <a:ext uri="{FF2B5EF4-FFF2-40B4-BE49-F238E27FC236}">
                  <a16:creationId xmlns:a16="http://schemas.microsoft.com/office/drawing/2014/main" id="{AB1AEF5A-F316-8AA7-B878-B1C202F0B530}"/>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9" name="Freeform: Shape 37">
              <a:extLst>
                <a:ext uri="{FF2B5EF4-FFF2-40B4-BE49-F238E27FC236}">
                  <a16:creationId xmlns:a16="http://schemas.microsoft.com/office/drawing/2014/main" id="{28D4E1AF-2C74-AA3C-AAAF-284546467924}"/>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80" name="Freeform: Shape 38">
              <a:extLst>
                <a:ext uri="{FF2B5EF4-FFF2-40B4-BE49-F238E27FC236}">
                  <a16:creationId xmlns:a16="http://schemas.microsoft.com/office/drawing/2014/main" id="{F7754812-B36C-3B3B-3F82-461CFDFD3DA8}"/>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84" name="TextBox 83">
            <a:extLst>
              <a:ext uri="{FF2B5EF4-FFF2-40B4-BE49-F238E27FC236}">
                <a16:creationId xmlns:a16="http://schemas.microsoft.com/office/drawing/2014/main" id="{92645025-9F56-EACC-79E3-EFFE0511957B}"/>
              </a:ext>
            </a:extLst>
          </p:cNvPr>
          <p:cNvSpPr txBox="1"/>
          <p:nvPr/>
        </p:nvSpPr>
        <p:spPr>
          <a:xfrm>
            <a:off x="11796280" y="6256621"/>
            <a:ext cx="211514" cy="369332"/>
          </a:xfrm>
          <a:prstGeom prst="rect">
            <a:avLst/>
          </a:prstGeom>
          <a:noFill/>
        </p:spPr>
        <p:txBody>
          <a:bodyPr wrap="square">
            <a:spAutoFit/>
          </a:bodyPr>
          <a:lstStyle/>
          <a:p>
            <a:fld id="{38A635C9-4A98-4745-BD96-9D0E32025E69}" type="slidenum">
              <a:rPr lang="en-IN" smtClean="0"/>
              <a:pPr/>
              <a:t>6</a:t>
            </a:fld>
            <a:endParaRPr lang="en-IN" dirty="0"/>
          </a:p>
        </p:txBody>
      </p:sp>
      <p:sp>
        <p:nvSpPr>
          <p:cNvPr id="85" name="Rectangle 84">
            <a:extLst>
              <a:ext uri="{FF2B5EF4-FFF2-40B4-BE49-F238E27FC236}">
                <a16:creationId xmlns:a16="http://schemas.microsoft.com/office/drawing/2014/main" id="{4322544A-58EE-727A-A6B7-55B52C95FB59}"/>
              </a:ext>
            </a:extLst>
          </p:cNvPr>
          <p:cNvSpPr/>
          <p:nvPr/>
        </p:nvSpPr>
        <p:spPr>
          <a:xfrm>
            <a:off x="11799489" y="6193544"/>
            <a:ext cx="295508" cy="3693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a:t>
            </a:r>
            <a:endParaRPr lang="en-IN" dirty="0"/>
          </a:p>
        </p:txBody>
      </p:sp>
    </p:spTree>
    <p:extLst>
      <p:ext uri="{BB962C8B-B14F-4D97-AF65-F5344CB8AC3E}">
        <p14:creationId xmlns:p14="http://schemas.microsoft.com/office/powerpoint/2010/main" val="1320684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DE518-93F2-F016-C04A-13BD6C4D03F2}"/>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F95AC258-6DD1-B707-C683-8249F4480B8A}"/>
              </a:ext>
            </a:extLst>
          </p:cNvPr>
          <p:cNvGrpSpPr/>
          <p:nvPr/>
        </p:nvGrpSpPr>
        <p:grpSpPr>
          <a:xfrm>
            <a:off x="45343" y="6149703"/>
            <a:ext cx="12098172" cy="476250"/>
            <a:chOff x="0" y="6381750"/>
            <a:chExt cx="12192000" cy="476250"/>
          </a:xfrm>
          <a:solidFill>
            <a:srgbClr val="C00000"/>
          </a:solidFill>
        </p:grpSpPr>
        <p:sp>
          <p:nvSpPr>
            <p:cNvPr id="8" name="Rectangle 7">
              <a:extLst>
                <a:ext uri="{FF2B5EF4-FFF2-40B4-BE49-F238E27FC236}">
                  <a16:creationId xmlns:a16="http://schemas.microsoft.com/office/drawing/2014/main" id="{0BF785EA-B35D-DF5C-2E8D-B707854969EC}"/>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9" name="Group 8">
              <a:extLst>
                <a:ext uri="{FF2B5EF4-FFF2-40B4-BE49-F238E27FC236}">
                  <a16:creationId xmlns:a16="http://schemas.microsoft.com/office/drawing/2014/main" id="{5E2D2FB3-84D2-5D09-1E76-A81798845B5A}"/>
                </a:ext>
              </a:extLst>
            </p:cNvPr>
            <p:cNvGrpSpPr/>
            <p:nvPr/>
          </p:nvGrpSpPr>
          <p:grpSpPr>
            <a:xfrm>
              <a:off x="160089" y="6467143"/>
              <a:ext cx="4087748" cy="273466"/>
              <a:chOff x="4366684" y="2926127"/>
              <a:chExt cx="3278335" cy="2571063"/>
            </a:xfrm>
            <a:grpFill/>
          </p:grpSpPr>
          <p:sp>
            <p:nvSpPr>
              <p:cNvPr id="10" name="Freeform: Shape 4">
                <a:extLst>
                  <a:ext uri="{FF2B5EF4-FFF2-40B4-BE49-F238E27FC236}">
                    <a16:creationId xmlns:a16="http://schemas.microsoft.com/office/drawing/2014/main" id="{C880305C-95A6-B383-9D58-F947595DA35E}"/>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 name="Freeform: Shape 5">
                <a:extLst>
                  <a:ext uri="{FF2B5EF4-FFF2-40B4-BE49-F238E27FC236}">
                    <a16:creationId xmlns:a16="http://schemas.microsoft.com/office/drawing/2014/main" id="{23ADBD27-CF4F-6B4E-82CB-294D0685F449}"/>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 name="Freeform: Shape 6">
                <a:extLst>
                  <a:ext uri="{FF2B5EF4-FFF2-40B4-BE49-F238E27FC236}">
                    <a16:creationId xmlns:a16="http://schemas.microsoft.com/office/drawing/2014/main" id="{A7D6B140-258C-012B-30E0-0715CEB57744}"/>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3" name="Freeform: Shape 7">
                <a:extLst>
                  <a:ext uri="{FF2B5EF4-FFF2-40B4-BE49-F238E27FC236}">
                    <a16:creationId xmlns:a16="http://schemas.microsoft.com/office/drawing/2014/main" id="{6E7F9C4F-E45B-035F-B6D3-9F8CF3814EB3}"/>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4" name="Freeform: Shape 8">
                <a:extLst>
                  <a:ext uri="{FF2B5EF4-FFF2-40B4-BE49-F238E27FC236}">
                    <a16:creationId xmlns:a16="http://schemas.microsoft.com/office/drawing/2014/main" id="{E4784D78-B994-9797-9CC5-EE9F6757CB23}"/>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5" name="Freeform: Shape 9">
                <a:extLst>
                  <a:ext uri="{FF2B5EF4-FFF2-40B4-BE49-F238E27FC236}">
                    <a16:creationId xmlns:a16="http://schemas.microsoft.com/office/drawing/2014/main" id="{7B3E7DFF-E920-745A-07BD-9868D9F3B790}"/>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6" name="Freeform: Shape 10">
                <a:extLst>
                  <a:ext uri="{FF2B5EF4-FFF2-40B4-BE49-F238E27FC236}">
                    <a16:creationId xmlns:a16="http://schemas.microsoft.com/office/drawing/2014/main" id="{B96BF279-8D2E-79E6-C988-83807999612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7" name="Freeform: Shape 11">
                <a:extLst>
                  <a:ext uri="{FF2B5EF4-FFF2-40B4-BE49-F238E27FC236}">
                    <a16:creationId xmlns:a16="http://schemas.microsoft.com/office/drawing/2014/main" id="{65FA2C16-B457-4BE4-173D-0E1E303716B0}"/>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8" name="Freeform: Shape 12">
                <a:extLst>
                  <a:ext uri="{FF2B5EF4-FFF2-40B4-BE49-F238E27FC236}">
                    <a16:creationId xmlns:a16="http://schemas.microsoft.com/office/drawing/2014/main" id="{1CEC2FFF-9E9E-75FB-00EE-53566325D9B6}"/>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9" name="Freeform: Shape 13">
                <a:extLst>
                  <a:ext uri="{FF2B5EF4-FFF2-40B4-BE49-F238E27FC236}">
                    <a16:creationId xmlns:a16="http://schemas.microsoft.com/office/drawing/2014/main" id="{0326D01F-02DC-9E0B-EFC8-808B3C3DA4C8}"/>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0" name="Freeform: Shape 14">
                <a:extLst>
                  <a:ext uri="{FF2B5EF4-FFF2-40B4-BE49-F238E27FC236}">
                    <a16:creationId xmlns:a16="http://schemas.microsoft.com/office/drawing/2014/main" id="{2A04A966-26BC-57C6-E5D7-5E3504678BBF}"/>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1" name="Freeform: Shape 15">
                <a:extLst>
                  <a:ext uri="{FF2B5EF4-FFF2-40B4-BE49-F238E27FC236}">
                    <a16:creationId xmlns:a16="http://schemas.microsoft.com/office/drawing/2014/main" id="{23EC66D2-715F-80D4-660F-6C5D46590707}"/>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2" name="Freeform: Shape 16">
                <a:extLst>
                  <a:ext uri="{FF2B5EF4-FFF2-40B4-BE49-F238E27FC236}">
                    <a16:creationId xmlns:a16="http://schemas.microsoft.com/office/drawing/2014/main" id="{568CC454-CCBD-CF8E-6D7A-F9FE3370D202}"/>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3" name="Freeform: Shape 17">
                <a:extLst>
                  <a:ext uri="{FF2B5EF4-FFF2-40B4-BE49-F238E27FC236}">
                    <a16:creationId xmlns:a16="http://schemas.microsoft.com/office/drawing/2014/main" id="{0D11EA6E-C641-408B-4EB5-9F6182A153FC}"/>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4" name="Freeform: Shape 18">
                <a:extLst>
                  <a:ext uri="{FF2B5EF4-FFF2-40B4-BE49-F238E27FC236}">
                    <a16:creationId xmlns:a16="http://schemas.microsoft.com/office/drawing/2014/main" id="{F9C57B5E-4221-32A4-5CAD-C93DE0D37F0C}"/>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5" name="Freeform: Shape 19">
                <a:extLst>
                  <a:ext uri="{FF2B5EF4-FFF2-40B4-BE49-F238E27FC236}">
                    <a16:creationId xmlns:a16="http://schemas.microsoft.com/office/drawing/2014/main" id="{40CE977F-CE01-5C2F-AC59-C00BB5421663}"/>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6" name="Freeform: Shape 20">
                <a:extLst>
                  <a:ext uri="{FF2B5EF4-FFF2-40B4-BE49-F238E27FC236}">
                    <a16:creationId xmlns:a16="http://schemas.microsoft.com/office/drawing/2014/main" id="{E1A02C98-4B26-9AD9-3BB6-805ABB7C95D6}"/>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7" name="Freeform: Shape 21">
                <a:extLst>
                  <a:ext uri="{FF2B5EF4-FFF2-40B4-BE49-F238E27FC236}">
                    <a16:creationId xmlns:a16="http://schemas.microsoft.com/office/drawing/2014/main" id="{5CB4EF5C-6175-67FC-D4C2-74D6492DEBD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8" name="Freeform: Shape 22">
                <a:extLst>
                  <a:ext uri="{FF2B5EF4-FFF2-40B4-BE49-F238E27FC236}">
                    <a16:creationId xmlns:a16="http://schemas.microsoft.com/office/drawing/2014/main" id="{785199CA-0270-E622-7C2F-99C5F10E3468}"/>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9" name="Freeform: Shape 23">
                <a:extLst>
                  <a:ext uri="{FF2B5EF4-FFF2-40B4-BE49-F238E27FC236}">
                    <a16:creationId xmlns:a16="http://schemas.microsoft.com/office/drawing/2014/main" id="{6CFCBDAA-07DE-FBC7-EFED-98E4AA432FF7}"/>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0" name="Freeform: Shape 24">
                <a:extLst>
                  <a:ext uri="{FF2B5EF4-FFF2-40B4-BE49-F238E27FC236}">
                    <a16:creationId xmlns:a16="http://schemas.microsoft.com/office/drawing/2014/main" id="{34C5CF36-63A9-A734-DE67-12D8CA9EE582}"/>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1" name="Freeform: Shape 25">
                <a:extLst>
                  <a:ext uri="{FF2B5EF4-FFF2-40B4-BE49-F238E27FC236}">
                    <a16:creationId xmlns:a16="http://schemas.microsoft.com/office/drawing/2014/main" id="{7D471F77-FAEB-9034-AC93-0F3742E634E4}"/>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2" name="Freeform: Shape 26">
                <a:extLst>
                  <a:ext uri="{FF2B5EF4-FFF2-40B4-BE49-F238E27FC236}">
                    <a16:creationId xmlns:a16="http://schemas.microsoft.com/office/drawing/2014/main" id="{EB0D5B04-7599-1B96-4CD8-030A63ED19F7}"/>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3" name="Freeform: Shape 27">
                <a:extLst>
                  <a:ext uri="{FF2B5EF4-FFF2-40B4-BE49-F238E27FC236}">
                    <a16:creationId xmlns:a16="http://schemas.microsoft.com/office/drawing/2014/main" id="{D4AE3C8C-1C23-23BC-9659-C95B8C1E925B}"/>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4" name="Freeform: Shape 28">
                <a:extLst>
                  <a:ext uri="{FF2B5EF4-FFF2-40B4-BE49-F238E27FC236}">
                    <a16:creationId xmlns:a16="http://schemas.microsoft.com/office/drawing/2014/main" id="{27A9602E-8447-BFE6-6B12-25107EF633D0}"/>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5" name="Freeform: Shape 29">
                <a:extLst>
                  <a:ext uri="{FF2B5EF4-FFF2-40B4-BE49-F238E27FC236}">
                    <a16:creationId xmlns:a16="http://schemas.microsoft.com/office/drawing/2014/main" id="{4DB467BD-65E8-BD7D-A045-EB06809D6284}"/>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6" name="Freeform: Shape 30">
                <a:extLst>
                  <a:ext uri="{FF2B5EF4-FFF2-40B4-BE49-F238E27FC236}">
                    <a16:creationId xmlns:a16="http://schemas.microsoft.com/office/drawing/2014/main" id="{FD82C533-9FFE-FA81-AE8D-7937DE476682}"/>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7" name="Freeform: Shape 31">
                <a:extLst>
                  <a:ext uri="{FF2B5EF4-FFF2-40B4-BE49-F238E27FC236}">
                    <a16:creationId xmlns:a16="http://schemas.microsoft.com/office/drawing/2014/main" id="{90F4E447-469B-8024-F232-831B0A84F4BB}"/>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8" name="Freeform: Shape 32">
                <a:extLst>
                  <a:ext uri="{FF2B5EF4-FFF2-40B4-BE49-F238E27FC236}">
                    <a16:creationId xmlns:a16="http://schemas.microsoft.com/office/drawing/2014/main" id="{7470E91E-C4FA-69F6-2D10-E035C9884C41}"/>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9" name="Freeform: Shape 33">
                <a:extLst>
                  <a:ext uri="{FF2B5EF4-FFF2-40B4-BE49-F238E27FC236}">
                    <a16:creationId xmlns:a16="http://schemas.microsoft.com/office/drawing/2014/main" id="{CD39688A-A24F-574C-A454-9A0C2BFB7CE8}"/>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0" name="Freeform: Shape 34">
                <a:extLst>
                  <a:ext uri="{FF2B5EF4-FFF2-40B4-BE49-F238E27FC236}">
                    <a16:creationId xmlns:a16="http://schemas.microsoft.com/office/drawing/2014/main" id="{A753F0E3-FD3A-37A5-355E-3FA326CD386C}"/>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1" name="Freeform: Shape 35">
                <a:extLst>
                  <a:ext uri="{FF2B5EF4-FFF2-40B4-BE49-F238E27FC236}">
                    <a16:creationId xmlns:a16="http://schemas.microsoft.com/office/drawing/2014/main" id="{2E204B76-E5A3-396F-536D-E847E71E5A98}"/>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2" name="Freeform: Shape 36">
                <a:extLst>
                  <a:ext uri="{FF2B5EF4-FFF2-40B4-BE49-F238E27FC236}">
                    <a16:creationId xmlns:a16="http://schemas.microsoft.com/office/drawing/2014/main" id="{FB743EBA-EE4A-9F68-2A36-BAAE68E43DD1}"/>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3" name="Freeform: Shape 37">
                <a:extLst>
                  <a:ext uri="{FF2B5EF4-FFF2-40B4-BE49-F238E27FC236}">
                    <a16:creationId xmlns:a16="http://schemas.microsoft.com/office/drawing/2014/main" id="{3077B3EE-3930-E405-2B6C-CD3C0E5C564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4" name="Freeform: Shape 38">
                <a:extLst>
                  <a:ext uri="{FF2B5EF4-FFF2-40B4-BE49-F238E27FC236}">
                    <a16:creationId xmlns:a16="http://schemas.microsoft.com/office/drawing/2014/main" id="{87BC7173-A193-715C-222F-32EB4AD27B29}"/>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sp>
        <p:nvSpPr>
          <p:cNvPr id="2" name="Title 1">
            <a:extLst>
              <a:ext uri="{FF2B5EF4-FFF2-40B4-BE49-F238E27FC236}">
                <a16:creationId xmlns:a16="http://schemas.microsoft.com/office/drawing/2014/main" id="{E71A5838-B303-B96E-CBBB-B4C9BE3DE4E5}"/>
              </a:ext>
            </a:extLst>
          </p:cNvPr>
          <p:cNvSpPr>
            <a:spLocks noGrp="1"/>
          </p:cNvSpPr>
          <p:nvPr>
            <p:ph type="ctrTitle"/>
          </p:nvPr>
        </p:nvSpPr>
        <p:spPr>
          <a:xfrm>
            <a:off x="-3175" y="232047"/>
            <a:ext cx="12098172" cy="869170"/>
          </a:xfrm>
        </p:spPr>
        <p:txBody>
          <a:bodyPr>
            <a:normAutofit/>
          </a:bodyPr>
          <a:lstStyle/>
          <a:p>
            <a:r>
              <a:rPr lang="en-IN" sz="4400" b="1" dirty="0">
                <a:latin typeface="+mn-lt"/>
              </a:rPr>
              <a:t>System Details</a:t>
            </a:r>
          </a:p>
        </p:txBody>
      </p:sp>
      <p:sp>
        <p:nvSpPr>
          <p:cNvPr id="3" name="Subtitle 2">
            <a:extLst>
              <a:ext uri="{FF2B5EF4-FFF2-40B4-BE49-F238E27FC236}">
                <a16:creationId xmlns:a16="http://schemas.microsoft.com/office/drawing/2014/main" id="{1A7EBF65-4F85-3CF4-3B61-286BBDA468A4}"/>
              </a:ext>
            </a:extLst>
          </p:cNvPr>
          <p:cNvSpPr>
            <a:spLocks noGrp="1"/>
          </p:cNvSpPr>
          <p:nvPr>
            <p:ph type="subTitle" idx="1"/>
          </p:nvPr>
        </p:nvSpPr>
        <p:spPr>
          <a:xfrm>
            <a:off x="120437" y="1473549"/>
            <a:ext cx="10959639" cy="2119745"/>
          </a:xfrm>
        </p:spPr>
        <p:txBody>
          <a:bodyPr>
            <a:normAutofit fontScale="25000" lnSpcReduction="20000"/>
          </a:bodyPr>
          <a:lstStyle/>
          <a:p>
            <a:pPr marL="356083" algn="l" rtl="0">
              <a:spcBef>
                <a:spcPts val="1649"/>
              </a:spcBef>
              <a:buNone/>
            </a:pPr>
            <a:r>
              <a:rPr lang="en-IN" sz="8600" b="1" i="0" u="none" strike="noStrike" dirty="0">
                <a:solidFill>
                  <a:srgbClr val="000000"/>
                </a:solidFill>
                <a:effectLst/>
                <a:latin typeface="Arial" panose="020B0604020202020204" pitchFamily="34" charset="0"/>
              </a:rPr>
              <a:t>Software </a:t>
            </a:r>
            <a:endParaRPr lang="en-IN" sz="8600" b="0" dirty="0">
              <a:effectLst/>
            </a:endParaRPr>
          </a:p>
          <a:p>
            <a:pPr marL="673684" algn="l" rtl="0">
              <a:spcBef>
                <a:spcPts val="1600"/>
              </a:spcBef>
            </a:pPr>
            <a:r>
              <a:rPr lang="en-IN" sz="8600" b="0" i="0" u="none" strike="noStrike" dirty="0">
                <a:solidFill>
                  <a:srgbClr val="000000"/>
                </a:solidFill>
                <a:effectLst/>
                <a:latin typeface="Arial" panose="020B0604020202020204" pitchFamily="34" charset="0"/>
              </a:rPr>
              <a:t>Python (updated to latest version possible ) </a:t>
            </a:r>
          </a:p>
          <a:p>
            <a:pPr marL="673684" algn="l" rtl="0">
              <a:spcBef>
                <a:spcPts val="1600"/>
              </a:spcBef>
            </a:pPr>
            <a:endParaRPr lang="en-IN" sz="8600" b="0" i="0" u="none" strike="noStrike" dirty="0">
              <a:solidFill>
                <a:srgbClr val="000000"/>
              </a:solidFill>
              <a:effectLst/>
              <a:latin typeface="Arial" panose="020B0604020202020204" pitchFamily="34" charset="0"/>
            </a:endParaRPr>
          </a:p>
          <a:p>
            <a:pPr marL="672757" algn="l" rtl="0">
              <a:spcBef>
                <a:spcPts val="250"/>
              </a:spcBef>
            </a:pPr>
            <a:r>
              <a:rPr lang="en-IN" sz="8600" b="0" i="0" u="none" strike="noStrike" dirty="0" err="1">
                <a:solidFill>
                  <a:srgbClr val="000000"/>
                </a:solidFill>
                <a:effectLst/>
                <a:latin typeface="Arial" panose="020B0604020202020204" pitchFamily="34" charset="0"/>
              </a:rPr>
              <a:t>Ultralytics</a:t>
            </a:r>
            <a:r>
              <a:rPr lang="en-IN" sz="8600" b="0" i="0" u="none" strike="noStrike" dirty="0">
                <a:solidFill>
                  <a:srgbClr val="000000"/>
                </a:solidFill>
                <a:effectLst/>
                <a:latin typeface="Arial" panose="020B0604020202020204" pitchFamily="34" charset="0"/>
              </a:rPr>
              <a:t> YOLO (installed and updated ) </a:t>
            </a:r>
          </a:p>
          <a:p>
            <a:pPr marL="672757" algn="l" rtl="0">
              <a:spcBef>
                <a:spcPts val="250"/>
              </a:spcBef>
            </a:pPr>
            <a:endParaRPr lang="en-IN" sz="8600" b="0" dirty="0">
              <a:effectLst/>
            </a:endParaRPr>
          </a:p>
          <a:p>
            <a:pPr marL="668045" algn="l" rtl="0"/>
            <a:r>
              <a:rPr lang="en-IN" sz="8600" b="0" i="0" u="none" strike="noStrike" dirty="0">
                <a:solidFill>
                  <a:srgbClr val="000000"/>
                </a:solidFill>
                <a:effectLst/>
                <a:latin typeface="Arial" panose="020B0604020202020204" pitchFamily="34" charset="0"/>
              </a:rPr>
              <a:t>Google </a:t>
            </a:r>
            <a:r>
              <a:rPr lang="en-IN" sz="8600" b="0" i="0" u="none" strike="noStrike" dirty="0" err="1">
                <a:solidFill>
                  <a:srgbClr val="000000"/>
                </a:solidFill>
                <a:effectLst/>
                <a:latin typeface="Arial" panose="020B0604020202020204" pitchFamily="34" charset="0"/>
              </a:rPr>
              <a:t>Colab</a:t>
            </a:r>
            <a:r>
              <a:rPr lang="en-IN" sz="8600" b="0" i="0" u="none" strike="noStrike" dirty="0">
                <a:solidFill>
                  <a:srgbClr val="000000"/>
                </a:solidFill>
                <a:effectLst/>
                <a:latin typeface="Arial" panose="020B0604020202020204" pitchFamily="34" charset="0"/>
              </a:rPr>
              <a:t> </a:t>
            </a:r>
          </a:p>
          <a:p>
            <a:pPr marL="668045" algn="l" rtl="0"/>
            <a:endParaRPr lang="en-IN" sz="8600" b="0" i="0" u="none" strike="noStrike" dirty="0">
              <a:solidFill>
                <a:srgbClr val="000000"/>
              </a:solidFill>
              <a:effectLst/>
              <a:latin typeface="Arial" panose="020B0604020202020204" pitchFamily="34" charset="0"/>
            </a:endParaRPr>
          </a:p>
          <a:p>
            <a:pPr marL="668045" algn="l" rtl="0">
              <a:spcBef>
                <a:spcPts val="325"/>
              </a:spcBef>
            </a:pPr>
            <a:r>
              <a:rPr lang="en-IN" sz="8600" b="0" i="0" u="none" strike="noStrike" dirty="0">
                <a:solidFill>
                  <a:srgbClr val="000000"/>
                </a:solidFill>
                <a:effectLst/>
                <a:latin typeface="Arial" panose="020B0604020202020204" pitchFamily="34" charset="0"/>
              </a:rPr>
              <a:t>OpenCV </a:t>
            </a:r>
          </a:p>
          <a:p>
            <a:pPr marL="668045" algn="l" rtl="0">
              <a:spcBef>
                <a:spcPts val="325"/>
              </a:spcBef>
            </a:pPr>
            <a:endParaRPr lang="en-IN" sz="8600" b="0" i="0" u="none" strike="noStrike" dirty="0">
              <a:solidFill>
                <a:srgbClr val="000000"/>
              </a:solidFill>
              <a:effectLst/>
              <a:latin typeface="Arial" panose="020B0604020202020204" pitchFamily="34" charset="0"/>
            </a:endParaRPr>
          </a:p>
          <a:p>
            <a:pPr marL="664693" algn="l" rtl="0">
              <a:spcBef>
                <a:spcPts val="250"/>
              </a:spcBef>
            </a:pPr>
            <a:r>
              <a:rPr lang="en-IN" sz="8600" b="0" i="0" u="none" strike="noStrike" dirty="0">
                <a:solidFill>
                  <a:srgbClr val="000000"/>
                </a:solidFill>
                <a:effectLst/>
                <a:latin typeface="Arial" panose="020B0604020202020204" pitchFamily="34" charset="0"/>
              </a:rPr>
              <a:t>Storage: At least 2GB for dataset and models </a:t>
            </a:r>
            <a:endParaRPr lang="en-IN" sz="8600" b="0" dirty="0">
              <a:effectLst/>
            </a:endParaRPr>
          </a:p>
          <a:p>
            <a:pPr marL="356083" algn="l" rtl="0">
              <a:spcBef>
                <a:spcPts val="1525"/>
              </a:spcBef>
              <a:buNone/>
            </a:pPr>
            <a:r>
              <a:rPr lang="en-IN" sz="8600" b="1" i="0" u="none" strike="noStrike" dirty="0">
                <a:solidFill>
                  <a:srgbClr val="000000"/>
                </a:solidFill>
                <a:effectLst/>
                <a:latin typeface="Arial" panose="020B0604020202020204" pitchFamily="34" charset="0"/>
              </a:rPr>
              <a:t>Hardware </a:t>
            </a:r>
            <a:endParaRPr lang="en-IN" sz="8600" b="0" dirty="0">
              <a:effectLst/>
            </a:endParaRPr>
          </a:p>
          <a:p>
            <a:pPr marL="661187" algn="l" rtl="0">
              <a:spcBef>
                <a:spcPts val="1600"/>
              </a:spcBef>
              <a:buNone/>
            </a:pPr>
            <a:r>
              <a:rPr lang="en-IN" sz="8600" b="0" i="0" u="none" strike="noStrike" dirty="0">
                <a:solidFill>
                  <a:srgbClr val="000000"/>
                </a:solidFill>
                <a:effectLst/>
                <a:latin typeface="Arial" panose="020B0604020202020204" pitchFamily="34" charset="0"/>
              </a:rPr>
              <a:t>T4 GPU (as we’re using YOLOV11 for sign language detection) </a:t>
            </a:r>
            <a:endParaRPr lang="en-IN" sz="8600" b="0" dirty="0">
              <a:effectLst/>
            </a:endParaRPr>
          </a:p>
          <a:p>
            <a:pPr algn="l">
              <a:buNone/>
            </a:pPr>
            <a:br>
              <a:rPr lang="en-IN" sz="2800" dirty="0"/>
            </a:br>
            <a:endParaRPr lang="en-IN" sz="3600" dirty="0"/>
          </a:p>
        </p:txBody>
      </p:sp>
      <p:grpSp>
        <p:nvGrpSpPr>
          <p:cNvPr id="4" name="Group 3">
            <a:extLst>
              <a:ext uri="{FF2B5EF4-FFF2-40B4-BE49-F238E27FC236}">
                <a16:creationId xmlns:a16="http://schemas.microsoft.com/office/drawing/2014/main" id="{5EFF4C99-E127-57E3-37A3-BA17E2DC2D1B}"/>
              </a:ext>
            </a:extLst>
          </p:cNvPr>
          <p:cNvGrpSpPr/>
          <p:nvPr/>
        </p:nvGrpSpPr>
        <p:grpSpPr>
          <a:xfrm>
            <a:off x="4406192" y="6117537"/>
            <a:ext cx="7369479" cy="465286"/>
            <a:chOff x="4817758" y="6382984"/>
            <a:chExt cx="7369479" cy="465286"/>
          </a:xfrm>
        </p:grpSpPr>
        <p:sp>
          <p:nvSpPr>
            <p:cNvPr id="5" name="Rectangle 4">
              <a:extLst>
                <a:ext uri="{FF2B5EF4-FFF2-40B4-BE49-F238E27FC236}">
                  <a16:creationId xmlns:a16="http://schemas.microsoft.com/office/drawing/2014/main" id="{C9850B90-4191-3229-6887-CD9A9DE94A69}"/>
                </a:ext>
              </a:extLst>
            </p:cNvPr>
            <p:cNvSpPr/>
            <p:nvPr/>
          </p:nvSpPr>
          <p:spPr>
            <a:xfrm>
              <a:off x="4817758" y="6382984"/>
              <a:ext cx="7369479" cy="4652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6" name="Picture 5">
              <a:extLst>
                <a:ext uri="{FF2B5EF4-FFF2-40B4-BE49-F238E27FC236}">
                  <a16:creationId xmlns:a16="http://schemas.microsoft.com/office/drawing/2014/main" id="{640903DF-01A9-CD43-A709-566F4D98BB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3655" y="6397831"/>
              <a:ext cx="7281503" cy="417465"/>
            </a:xfrm>
            <a:prstGeom prst="rect">
              <a:avLst/>
            </a:prstGeom>
            <a:ln>
              <a:solidFill>
                <a:schemeClr val="bg1"/>
              </a:solidFill>
            </a:ln>
          </p:spPr>
        </p:pic>
      </p:grpSp>
      <p:grpSp>
        <p:nvGrpSpPr>
          <p:cNvPr id="45" name="Group 44">
            <a:extLst>
              <a:ext uri="{FF2B5EF4-FFF2-40B4-BE49-F238E27FC236}">
                <a16:creationId xmlns:a16="http://schemas.microsoft.com/office/drawing/2014/main" id="{1DB11A78-C57D-DCCB-31F4-02B37CA3412A}"/>
              </a:ext>
            </a:extLst>
          </p:cNvPr>
          <p:cNvGrpSpPr/>
          <p:nvPr/>
        </p:nvGrpSpPr>
        <p:grpSpPr>
          <a:xfrm>
            <a:off x="97003" y="6193544"/>
            <a:ext cx="4247655" cy="273466"/>
            <a:chOff x="4366684" y="2926127"/>
            <a:chExt cx="3278335" cy="2571063"/>
          </a:xfrm>
        </p:grpSpPr>
        <p:sp>
          <p:nvSpPr>
            <p:cNvPr id="46" name="Freeform: Shape 4">
              <a:extLst>
                <a:ext uri="{FF2B5EF4-FFF2-40B4-BE49-F238E27FC236}">
                  <a16:creationId xmlns:a16="http://schemas.microsoft.com/office/drawing/2014/main" id="{2BB03DC8-F762-85C3-0D96-4300CCBF0101}"/>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7" name="Freeform: Shape 5">
              <a:extLst>
                <a:ext uri="{FF2B5EF4-FFF2-40B4-BE49-F238E27FC236}">
                  <a16:creationId xmlns:a16="http://schemas.microsoft.com/office/drawing/2014/main" id="{E4778A03-8799-5627-FAEB-889F1BBF8C1E}"/>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8" name="Freeform: Shape 6">
              <a:extLst>
                <a:ext uri="{FF2B5EF4-FFF2-40B4-BE49-F238E27FC236}">
                  <a16:creationId xmlns:a16="http://schemas.microsoft.com/office/drawing/2014/main" id="{E83A441F-FB0C-78CB-4B73-4444892C38CE}"/>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9" name="Freeform: Shape 7">
              <a:extLst>
                <a:ext uri="{FF2B5EF4-FFF2-40B4-BE49-F238E27FC236}">
                  <a16:creationId xmlns:a16="http://schemas.microsoft.com/office/drawing/2014/main" id="{D2B22638-8331-B655-CFC4-1BDE801F5A93}"/>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0" name="Freeform: Shape 8">
              <a:extLst>
                <a:ext uri="{FF2B5EF4-FFF2-40B4-BE49-F238E27FC236}">
                  <a16:creationId xmlns:a16="http://schemas.microsoft.com/office/drawing/2014/main" id="{1ABDF395-9A47-316D-C643-0D4A3452CEC5}"/>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1" name="Freeform: Shape 9">
              <a:extLst>
                <a:ext uri="{FF2B5EF4-FFF2-40B4-BE49-F238E27FC236}">
                  <a16:creationId xmlns:a16="http://schemas.microsoft.com/office/drawing/2014/main" id="{B3A9BB3D-9A0C-0D27-56DB-9D91AD85C432}"/>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2" name="Freeform: Shape 10">
              <a:extLst>
                <a:ext uri="{FF2B5EF4-FFF2-40B4-BE49-F238E27FC236}">
                  <a16:creationId xmlns:a16="http://schemas.microsoft.com/office/drawing/2014/main" id="{DD549DBD-4FC0-CE6C-8A98-D45B706E5C1C}"/>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3" name="Freeform: Shape 11">
              <a:extLst>
                <a:ext uri="{FF2B5EF4-FFF2-40B4-BE49-F238E27FC236}">
                  <a16:creationId xmlns:a16="http://schemas.microsoft.com/office/drawing/2014/main" id="{AABB4B5F-2120-0483-2629-8E009D2A9BA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4" name="Freeform: Shape 12">
              <a:extLst>
                <a:ext uri="{FF2B5EF4-FFF2-40B4-BE49-F238E27FC236}">
                  <a16:creationId xmlns:a16="http://schemas.microsoft.com/office/drawing/2014/main" id="{31998C12-5423-05B7-E3B1-088B6912D359}"/>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5" name="Freeform: Shape 13">
              <a:extLst>
                <a:ext uri="{FF2B5EF4-FFF2-40B4-BE49-F238E27FC236}">
                  <a16:creationId xmlns:a16="http://schemas.microsoft.com/office/drawing/2014/main" id="{7818E618-D604-8898-103E-AF1364DA5693}"/>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6" name="Freeform: Shape 14">
              <a:extLst>
                <a:ext uri="{FF2B5EF4-FFF2-40B4-BE49-F238E27FC236}">
                  <a16:creationId xmlns:a16="http://schemas.microsoft.com/office/drawing/2014/main" id="{51A734C0-C485-DE3B-B6A2-D05EEEB23CE4}"/>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7" name="Freeform: Shape 15">
              <a:extLst>
                <a:ext uri="{FF2B5EF4-FFF2-40B4-BE49-F238E27FC236}">
                  <a16:creationId xmlns:a16="http://schemas.microsoft.com/office/drawing/2014/main" id="{B9623E41-8864-95EB-AC50-AC7410AD1757}"/>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8" name="Freeform: Shape 16">
              <a:extLst>
                <a:ext uri="{FF2B5EF4-FFF2-40B4-BE49-F238E27FC236}">
                  <a16:creationId xmlns:a16="http://schemas.microsoft.com/office/drawing/2014/main" id="{C049FFA7-E16D-7CDC-4146-EF3FC72CA298}"/>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9" name="Freeform: Shape 17">
              <a:extLst>
                <a:ext uri="{FF2B5EF4-FFF2-40B4-BE49-F238E27FC236}">
                  <a16:creationId xmlns:a16="http://schemas.microsoft.com/office/drawing/2014/main" id="{322FE2FA-4700-9526-F826-599A5E8D7E5F}"/>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0" name="Freeform: Shape 18">
              <a:extLst>
                <a:ext uri="{FF2B5EF4-FFF2-40B4-BE49-F238E27FC236}">
                  <a16:creationId xmlns:a16="http://schemas.microsoft.com/office/drawing/2014/main" id="{BE755463-BCC2-A141-3056-D313D52D7D7B}"/>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1" name="Freeform: Shape 19">
              <a:extLst>
                <a:ext uri="{FF2B5EF4-FFF2-40B4-BE49-F238E27FC236}">
                  <a16:creationId xmlns:a16="http://schemas.microsoft.com/office/drawing/2014/main" id="{EDBCFD17-09D8-FC81-5A07-F0715A8A9671}"/>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2" name="Freeform: Shape 20">
              <a:extLst>
                <a:ext uri="{FF2B5EF4-FFF2-40B4-BE49-F238E27FC236}">
                  <a16:creationId xmlns:a16="http://schemas.microsoft.com/office/drawing/2014/main" id="{E3E47381-CDB5-856F-4B33-02112421339A}"/>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3" name="Freeform: Shape 21">
              <a:extLst>
                <a:ext uri="{FF2B5EF4-FFF2-40B4-BE49-F238E27FC236}">
                  <a16:creationId xmlns:a16="http://schemas.microsoft.com/office/drawing/2014/main" id="{1348CE29-F8F4-008E-A63B-2ED80B82F609}"/>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4" name="Freeform: Shape 22">
              <a:extLst>
                <a:ext uri="{FF2B5EF4-FFF2-40B4-BE49-F238E27FC236}">
                  <a16:creationId xmlns:a16="http://schemas.microsoft.com/office/drawing/2014/main" id="{E70C45BB-B91D-0586-FF59-448C35109D61}"/>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5" name="Freeform: Shape 23">
              <a:extLst>
                <a:ext uri="{FF2B5EF4-FFF2-40B4-BE49-F238E27FC236}">
                  <a16:creationId xmlns:a16="http://schemas.microsoft.com/office/drawing/2014/main" id="{4A2A8E25-DBFE-5C4E-29D7-79A880D841A1}"/>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6" name="Freeform: Shape 24">
              <a:extLst>
                <a:ext uri="{FF2B5EF4-FFF2-40B4-BE49-F238E27FC236}">
                  <a16:creationId xmlns:a16="http://schemas.microsoft.com/office/drawing/2014/main" id="{88FD7B8E-CDEC-11B2-30EE-263352D66A6D}"/>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7" name="Freeform: Shape 25">
              <a:extLst>
                <a:ext uri="{FF2B5EF4-FFF2-40B4-BE49-F238E27FC236}">
                  <a16:creationId xmlns:a16="http://schemas.microsoft.com/office/drawing/2014/main" id="{F74DC41D-D9F7-F8C8-F173-58D70E35791F}"/>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8" name="Freeform: Shape 26">
              <a:extLst>
                <a:ext uri="{FF2B5EF4-FFF2-40B4-BE49-F238E27FC236}">
                  <a16:creationId xmlns:a16="http://schemas.microsoft.com/office/drawing/2014/main" id="{1451B862-CE01-BEE0-174C-D7E9333C7DD4}"/>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9" name="Freeform: Shape 27">
              <a:extLst>
                <a:ext uri="{FF2B5EF4-FFF2-40B4-BE49-F238E27FC236}">
                  <a16:creationId xmlns:a16="http://schemas.microsoft.com/office/drawing/2014/main" id="{6F84456E-CFB8-CD83-46E4-59254F55AB14}"/>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0" name="Freeform: Shape 28">
              <a:extLst>
                <a:ext uri="{FF2B5EF4-FFF2-40B4-BE49-F238E27FC236}">
                  <a16:creationId xmlns:a16="http://schemas.microsoft.com/office/drawing/2014/main" id="{9CDF0AF0-4296-47F3-256A-C716EED12EDD}"/>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1" name="Freeform: Shape 29">
              <a:extLst>
                <a:ext uri="{FF2B5EF4-FFF2-40B4-BE49-F238E27FC236}">
                  <a16:creationId xmlns:a16="http://schemas.microsoft.com/office/drawing/2014/main" id="{431B8AC9-C3E7-42E6-574B-4D052784C4D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2" name="Freeform: Shape 30">
              <a:extLst>
                <a:ext uri="{FF2B5EF4-FFF2-40B4-BE49-F238E27FC236}">
                  <a16:creationId xmlns:a16="http://schemas.microsoft.com/office/drawing/2014/main" id="{796C0B64-5D19-2C74-5F36-B34AEAFA2F99}"/>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3" name="Freeform: Shape 31">
              <a:extLst>
                <a:ext uri="{FF2B5EF4-FFF2-40B4-BE49-F238E27FC236}">
                  <a16:creationId xmlns:a16="http://schemas.microsoft.com/office/drawing/2014/main" id="{980CBE6F-DE80-ED81-2F97-522A82911D16}"/>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4" name="Freeform: Shape 32">
              <a:extLst>
                <a:ext uri="{FF2B5EF4-FFF2-40B4-BE49-F238E27FC236}">
                  <a16:creationId xmlns:a16="http://schemas.microsoft.com/office/drawing/2014/main" id="{95C717A3-48D7-4086-2BE5-B2301139C453}"/>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5" name="Freeform: Shape 33">
              <a:extLst>
                <a:ext uri="{FF2B5EF4-FFF2-40B4-BE49-F238E27FC236}">
                  <a16:creationId xmlns:a16="http://schemas.microsoft.com/office/drawing/2014/main" id="{E6F48B2D-33C1-40DB-F22A-9FFD48A36AAD}"/>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6" name="Freeform: Shape 34">
              <a:extLst>
                <a:ext uri="{FF2B5EF4-FFF2-40B4-BE49-F238E27FC236}">
                  <a16:creationId xmlns:a16="http://schemas.microsoft.com/office/drawing/2014/main" id="{9B92FE49-73AE-D327-BC32-78863D5C2012}"/>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7" name="Freeform: Shape 35">
              <a:extLst>
                <a:ext uri="{FF2B5EF4-FFF2-40B4-BE49-F238E27FC236}">
                  <a16:creationId xmlns:a16="http://schemas.microsoft.com/office/drawing/2014/main" id="{5F84EE35-93C6-F46D-6751-30142858F0DC}"/>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8" name="Freeform: Shape 36">
              <a:extLst>
                <a:ext uri="{FF2B5EF4-FFF2-40B4-BE49-F238E27FC236}">
                  <a16:creationId xmlns:a16="http://schemas.microsoft.com/office/drawing/2014/main" id="{A5CD6408-B39A-EFF3-058A-AAA22B676828}"/>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9" name="Freeform: Shape 37">
              <a:extLst>
                <a:ext uri="{FF2B5EF4-FFF2-40B4-BE49-F238E27FC236}">
                  <a16:creationId xmlns:a16="http://schemas.microsoft.com/office/drawing/2014/main" id="{09211F20-7172-33D7-2AD1-344E00DB3C67}"/>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80" name="Freeform: Shape 38">
              <a:extLst>
                <a:ext uri="{FF2B5EF4-FFF2-40B4-BE49-F238E27FC236}">
                  <a16:creationId xmlns:a16="http://schemas.microsoft.com/office/drawing/2014/main" id="{07959F25-11B7-76D6-0611-76A58B808CD9}"/>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84" name="TextBox 83">
            <a:extLst>
              <a:ext uri="{FF2B5EF4-FFF2-40B4-BE49-F238E27FC236}">
                <a16:creationId xmlns:a16="http://schemas.microsoft.com/office/drawing/2014/main" id="{8D47C51D-7107-8B6F-F94B-DEC51F106C79}"/>
              </a:ext>
            </a:extLst>
          </p:cNvPr>
          <p:cNvSpPr txBox="1"/>
          <p:nvPr/>
        </p:nvSpPr>
        <p:spPr>
          <a:xfrm>
            <a:off x="11796280" y="6256621"/>
            <a:ext cx="211514" cy="369332"/>
          </a:xfrm>
          <a:prstGeom prst="rect">
            <a:avLst/>
          </a:prstGeom>
          <a:noFill/>
        </p:spPr>
        <p:txBody>
          <a:bodyPr wrap="square">
            <a:spAutoFit/>
          </a:bodyPr>
          <a:lstStyle/>
          <a:p>
            <a:fld id="{38A635C9-4A98-4745-BD96-9D0E32025E69}" type="slidenum">
              <a:rPr lang="en-IN" smtClean="0"/>
              <a:pPr/>
              <a:t>7</a:t>
            </a:fld>
            <a:endParaRPr lang="en-IN" dirty="0"/>
          </a:p>
        </p:txBody>
      </p:sp>
      <p:sp>
        <p:nvSpPr>
          <p:cNvPr id="85" name="Rectangle 84">
            <a:extLst>
              <a:ext uri="{FF2B5EF4-FFF2-40B4-BE49-F238E27FC236}">
                <a16:creationId xmlns:a16="http://schemas.microsoft.com/office/drawing/2014/main" id="{E7FFE7F0-6C2D-1E29-3399-062BB83B25F6}"/>
              </a:ext>
            </a:extLst>
          </p:cNvPr>
          <p:cNvSpPr/>
          <p:nvPr/>
        </p:nvSpPr>
        <p:spPr>
          <a:xfrm>
            <a:off x="11799489" y="6193544"/>
            <a:ext cx="295508" cy="3693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a:t>
            </a:r>
            <a:endParaRPr lang="en-IN" dirty="0"/>
          </a:p>
        </p:txBody>
      </p:sp>
    </p:spTree>
    <p:extLst>
      <p:ext uri="{BB962C8B-B14F-4D97-AF65-F5344CB8AC3E}">
        <p14:creationId xmlns:p14="http://schemas.microsoft.com/office/powerpoint/2010/main" val="4022873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DE518-93F2-F016-C04A-13BD6C4D03F2}"/>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F95AC258-6DD1-B707-C683-8249F4480B8A}"/>
              </a:ext>
            </a:extLst>
          </p:cNvPr>
          <p:cNvGrpSpPr/>
          <p:nvPr/>
        </p:nvGrpSpPr>
        <p:grpSpPr>
          <a:xfrm>
            <a:off x="45343" y="6149703"/>
            <a:ext cx="12098172" cy="476250"/>
            <a:chOff x="0" y="6381750"/>
            <a:chExt cx="12192000" cy="476250"/>
          </a:xfrm>
          <a:solidFill>
            <a:srgbClr val="C00000"/>
          </a:solidFill>
        </p:grpSpPr>
        <p:sp>
          <p:nvSpPr>
            <p:cNvPr id="8" name="Rectangle 7">
              <a:extLst>
                <a:ext uri="{FF2B5EF4-FFF2-40B4-BE49-F238E27FC236}">
                  <a16:creationId xmlns:a16="http://schemas.microsoft.com/office/drawing/2014/main" id="{0BF785EA-B35D-DF5C-2E8D-B707854969EC}"/>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9" name="Group 8">
              <a:extLst>
                <a:ext uri="{FF2B5EF4-FFF2-40B4-BE49-F238E27FC236}">
                  <a16:creationId xmlns:a16="http://schemas.microsoft.com/office/drawing/2014/main" id="{5E2D2FB3-84D2-5D09-1E76-A81798845B5A}"/>
                </a:ext>
              </a:extLst>
            </p:cNvPr>
            <p:cNvGrpSpPr/>
            <p:nvPr/>
          </p:nvGrpSpPr>
          <p:grpSpPr>
            <a:xfrm>
              <a:off x="160089" y="6467143"/>
              <a:ext cx="4087748" cy="273466"/>
              <a:chOff x="4366684" y="2926127"/>
              <a:chExt cx="3278335" cy="2571063"/>
            </a:xfrm>
            <a:grpFill/>
          </p:grpSpPr>
          <p:sp>
            <p:nvSpPr>
              <p:cNvPr id="10" name="Freeform: Shape 4">
                <a:extLst>
                  <a:ext uri="{FF2B5EF4-FFF2-40B4-BE49-F238E27FC236}">
                    <a16:creationId xmlns:a16="http://schemas.microsoft.com/office/drawing/2014/main" id="{C880305C-95A6-B383-9D58-F947595DA35E}"/>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 name="Freeform: Shape 5">
                <a:extLst>
                  <a:ext uri="{FF2B5EF4-FFF2-40B4-BE49-F238E27FC236}">
                    <a16:creationId xmlns:a16="http://schemas.microsoft.com/office/drawing/2014/main" id="{23ADBD27-CF4F-6B4E-82CB-294D0685F449}"/>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 name="Freeform: Shape 6">
                <a:extLst>
                  <a:ext uri="{FF2B5EF4-FFF2-40B4-BE49-F238E27FC236}">
                    <a16:creationId xmlns:a16="http://schemas.microsoft.com/office/drawing/2014/main" id="{A7D6B140-258C-012B-30E0-0715CEB57744}"/>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3" name="Freeform: Shape 7">
                <a:extLst>
                  <a:ext uri="{FF2B5EF4-FFF2-40B4-BE49-F238E27FC236}">
                    <a16:creationId xmlns:a16="http://schemas.microsoft.com/office/drawing/2014/main" id="{6E7F9C4F-E45B-035F-B6D3-9F8CF3814EB3}"/>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4" name="Freeform: Shape 8">
                <a:extLst>
                  <a:ext uri="{FF2B5EF4-FFF2-40B4-BE49-F238E27FC236}">
                    <a16:creationId xmlns:a16="http://schemas.microsoft.com/office/drawing/2014/main" id="{E4784D78-B994-9797-9CC5-EE9F6757CB23}"/>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5" name="Freeform: Shape 9">
                <a:extLst>
                  <a:ext uri="{FF2B5EF4-FFF2-40B4-BE49-F238E27FC236}">
                    <a16:creationId xmlns:a16="http://schemas.microsoft.com/office/drawing/2014/main" id="{7B3E7DFF-E920-745A-07BD-9868D9F3B790}"/>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6" name="Freeform: Shape 10">
                <a:extLst>
                  <a:ext uri="{FF2B5EF4-FFF2-40B4-BE49-F238E27FC236}">
                    <a16:creationId xmlns:a16="http://schemas.microsoft.com/office/drawing/2014/main" id="{B96BF279-8D2E-79E6-C988-83807999612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7" name="Freeform: Shape 11">
                <a:extLst>
                  <a:ext uri="{FF2B5EF4-FFF2-40B4-BE49-F238E27FC236}">
                    <a16:creationId xmlns:a16="http://schemas.microsoft.com/office/drawing/2014/main" id="{65FA2C16-B457-4BE4-173D-0E1E303716B0}"/>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8" name="Freeform: Shape 12">
                <a:extLst>
                  <a:ext uri="{FF2B5EF4-FFF2-40B4-BE49-F238E27FC236}">
                    <a16:creationId xmlns:a16="http://schemas.microsoft.com/office/drawing/2014/main" id="{1CEC2FFF-9E9E-75FB-00EE-53566325D9B6}"/>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9" name="Freeform: Shape 13">
                <a:extLst>
                  <a:ext uri="{FF2B5EF4-FFF2-40B4-BE49-F238E27FC236}">
                    <a16:creationId xmlns:a16="http://schemas.microsoft.com/office/drawing/2014/main" id="{0326D01F-02DC-9E0B-EFC8-808B3C3DA4C8}"/>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0" name="Freeform: Shape 14">
                <a:extLst>
                  <a:ext uri="{FF2B5EF4-FFF2-40B4-BE49-F238E27FC236}">
                    <a16:creationId xmlns:a16="http://schemas.microsoft.com/office/drawing/2014/main" id="{2A04A966-26BC-57C6-E5D7-5E3504678BBF}"/>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1" name="Freeform: Shape 15">
                <a:extLst>
                  <a:ext uri="{FF2B5EF4-FFF2-40B4-BE49-F238E27FC236}">
                    <a16:creationId xmlns:a16="http://schemas.microsoft.com/office/drawing/2014/main" id="{23EC66D2-715F-80D4-660F-6C5D46590707}"/>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2" name="Freeform: Shape 16">
                <a:extLst>
                  <a:ext uri="{FF2B5EF4-FFF2-40B4-BE49-F238E27FC236}">
                    <a16:creationId xmlns:a16="http://schemas.microsoft.com/office/drawing/2014/main" id="{568CC454-CCBD-CF8E-6D7A-F9FE3370D202}"/>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3" name="Freeform: Shape 17">
                <a:extLst>
                  <a:ext uri="{FF2B5EF4-FFF2-40B4-BE49-F238E27FC236}">
                    <a16:creationId xmlns:a16="http://schemas.microsoft.com/office/drawing/2014/main" id="{0D11EA6E-C641-408B-4EB5-9F6182A153FC}"/>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4" name="Freeform: Shape 18">
                <a:extLst>
                  <a:ext uri="{FF2B5EF4-FFF2-40B4-BE49-F238E27FC236}">
                    <a16:creationId xmlns:a16="http://schemas.microsoft.com/office/drawing/2014/main" id="{F9C57B5E-4221-32A4-5CAD-C93DE0D37F0C}"/>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5" name="Freeform: Shape 19">
                <a:extLst>
                  <a:ext uri="{FF2B5EF4-FFF2-40B4-BE49-F238E27FC236}">
                    <a16:creationId xmlns:a16="http://schemas.microsoft.com/office/drawing/2014/main" id="{40CE977F-CE01-5C2F-AC59-C00BB5421663}"/>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6" name="Freeform: Shape 20">
                <a:extLst>
                  <a:ext uri="{FF2B5EF4-FFF2-40B4-BE49-F238E27FC236}">
                    <a16:creationId xmlns:a16="http://schemas.microsoft.com/office/drawing/2014/main" id="{E1A02C98-4B26-9AD9-3BB6-805ABB7C95D6}"/>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7" name="Freeform: Shape 21">
                <a:extLst>
                  <a:ext uri="{FF2B5EF4-FFF2-40B4-BE49-F238E27FC236}">
                    <a16:creationId xmlns:a16="http://schemas.microsoft.com/office/drawing/2014/main" id="{5CB4EF5C-6175-67FC-D4C2-74D6492DEBD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8" name="Freeform: Shape 22">
                <a:extLst>
                  <a:ext uri="{FF2B5EF4-FFF2-40B4-BE49-F238E27FC236}">
                    <a16:creationId xmlns:a16="http://schemas.microsoft.com/office/drawing/2014/main" id="{785199CA-0270-E622-7C2F-99C5F10E3468}"/>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9" name="Freeform: Shape 23">
                <a:extLst>
                  <a:ext uri="{FF2B5EF4-FFF2-40B4-BE49-F238E27FC236}">
                    <a16:creationId xmlns:a16="http://schemas.microsoft.com/office/drawing/2014/main" id="{6CFCBDAA-07DE-FBC7-EFED-98E4AA432FF7}"/>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0" name="Freeform: Shape 24">
                <a:extLst>
                  <a:ext uri="{FF2B5EF4-FFF2-40B4-BE49-F238E27FC236}">
                    <a16:creationId xmlns:a16="http://schemas.microsoft.com/office/drawing/2014/main" id="{34C5CF36-63A9-A734-DE67-12D8CA9EE582}"/>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1" name="Freeform: Shape 25">
                <a:extLst>
                  <a:ext uri="{FF2B5EF4-FFF2-40B4-BE49-F238E27FC236}">
                    <a16:creationId xmlns:a16="http://schemas.microsoft.com/office/drawing/2014/main" id="{7D471F77-FAEB-9034-AC93-0F3742E634E4}"/>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2" name="Freeform: Shape 26">
                <a:extLst>
                  <a:ext uri="{FF2B5EF4-FFF2-40B4-BE49-F238E27FC236}">
                    <a16:creationId xmlns:a16="http://schemas.microsoft.com/office/drawing/2014/main" id="{EB0D5B04-7599-1B96-4CD8-030A63ED19F7}"/>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3" name="Freeform: Shape 27">
                <a:extLst>
                  <a:ext uri="{FF2B5EF4-FFF2-40B4-BE49-F238E27FC236}">
                    <a16:creationId xmlns:a16="http://schemas.microsoft.com/office/drawing/2014/main" id="{D4AE3C8C-1C23-23BC-9659-C95B8C1E925B}"/>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4" name="Freeform: Shape 28">
                <a:extLst>
                  <a:ext uri="{FF2B5EF4-FFF2-40B4-BE49-F238E27FC236}">
                    <a16:creationId xmlns:a16="http://schemas.microsoft.com/office/drawing/2014/main" id="{27A9602E-8447-BFE6-6B12-25107EF633D0}"/>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5" name="Freeform: Shape 29">
                <a:extLst>
                  <a:ext uri="{FF2B5EF4-FFF2-40B4-BE49-F238E27FC236}">
                    <a16:creationId xmlns:a16="http://schemas.microsoft.com/office/drawing/2014/main" id="{4DB467BD-65E8-BD7D-A045-EB06809D6284}"/>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6" name="Freeform: Shape 30">
                <a:extLst>
                  <a:ext uri="{FF2B5EF4-FFF2-40B4-BE49-F238E27FC236}">
                    <a16:creationId xmlns:a16="http://schemas.microsoft.com/office/drawing/2014/main" id="{FD82C533-9FFE-FA81-AE8D-7937DE476682}"/>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7" name="Freeform: Shape 31">
                <a:extLst>
                  <a:ext uri="{FF2B5EF4-FFF2-40B4-BE49-F238E27FC236}">
                    <a16:creationId xmlns:a16="http://schemas.microsoft.com/office/drawing/2014/main" id="{90F4E447-469B-8024-F232-831B0A84F4BB}"/>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8" name="Freeform: Shape 32">
                <a:extLst>
                  <a:ext uri="{FF2B5EF4-FFF2-40B4-BE49-F238E27FC236}">
                    <a16:creationId xmlns:a16="http://schemas.microsoft.com/office/drawing/2014/main" id="{7470E91E-C4FA-69F6-2D10-E035C9884C41}"/>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9" name="Freeform: Shape 33">
                <a:extLst>
                  <a:ext uri="{FF2B5EF4-FFF2-40B4-BE49-F238E27FC236}">
                    <a16:creationId xmlns:a16="http://schemas.microsoft.com/office/drawing/2014/main" id="{CD39688A-A24F-574C-A454-9A0C2BFB7CE8}"/>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0" name="Freeform: Shape 34">
                <a:extLst>
                  <a:ext uri="{FF2B5EF4-FFF2-40B4-BE49-F238E27FC236}">
                    <a16:creationId xmlns:a16="http://schemas.microsoft.com/office/drawing/2014/main" id="{A753F0E3-FD3A-37A5-355E-3FA326CD386C}"/>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1" name="Freeform: Shape 35">
                <a:extLst>
                  <a:ext uri="{FF2B5EF4-FFF2-40B4-BE49-F238E27FC236}">
                    <a16:creationId xmlns:a16="http://schemas.microsoft.com/office/drawing/2014/main" id="{2E204B76-E5A3-396F-536D-E847E71E5A98}"/>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2" name="Freeform: Shape 36">
                <a:extLst>
                  <a:ext uri="{FF2B5EF4-FFF2-40B4-BE49-F238E27FC236}">
                    <a16:creationId xmlns:a16="http://schemas.microsoft.com/office/drawing/2014/main" id="{FB743EBA-EE4A-9F68-2A36-BAAE68E43DD1}"/>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3" name="Freeform: Shape 37">
                <a:extLst>
                  <a:ext uri="{FF2B5EF4-FFF2-40B4-BE49-F238E27FC236}">
                    <a16:creationId xmlns:a16="http://schemas.microsoft.com/office/drawing/2014/main" id="{3077B3EE-3930-E405-2B6C-CD3C0E5C564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4" name="Freeform: Shape 38">
                <a:extLst>
                  <a:ext uri="{FF2B5EF4-FFF2-40B4-BE49-F238E27FC236}">
                    <a16:creationId xmlns:a16="http://schemas.microsoft.com/office/drawing/2014/main" id="{87BC7173-A193-715C-222F-32EB4AD27B29}"/>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sp>
        <p:nvSpPr>
          <p:cNvPr id="2" name="Title 1">
            <a:extLst>
              <a:ext uri="{FF2B5EF4-FFF2-40B4-BE49-F238E27FC236}">
                <a16:creationId xmlns:a16="http://schemas.microsoft.com/office/drawing/2014/main" id="{E71A5838-B303-B96E-CBBB-B4C9BE3DE4E5}"/>
              </a:ext>
            </a:extLst>
          </p:cNvPr>
          <p:cNvSpPr>
            <a:spLocks noGrp="1"/>
          </p:cNvSpPr>
          <p:nvPr>
            <p:ph type="ctrTitle"/>
          </p:nvPr>
        </p:nvSpPr>
        <p:spPr>
          <a:xfrm>
            <a:off x="-3175" y="232047"/>
            <a:ext cx="12098172" cy="869170"/>
          </a:xfrm>
        </p:spPr>
        <p:txBody>
          <a:bodyPr>
            <a:normAutofit/>
          </a:bodyPr>
          <a:lstStyle/>
          <a:p>
            <a:r>
              <a:rPr lang="en-US" sz="3200" b="1" dirty="0">
                <a:latin typeface="+mn-lt"/>
              </a:rPr>
              <a:t>Key Findings / Results</a:t>
            </a:r>
            <a:endParaRPr lang="en-IN" sz="4400" b="1" dirty="0">
              <a:latin typeface="+mn-lt"/>
            </a:endParaRPr>
          </a:p>
        </p:txBody>
      </p:sp>
      <p:grpSp>
        <p:nvGrpSpPr>
          <p:cNvPr id="4" name="Group 3">
            <a:extLst>
              <a:ext uri="{FF2B5EF4-FFF2-40B4-BE49-F238E27FC236}">
                <a16:creationId xmlns:a16="http://schemas.microsoft.com/office/drawing/2014/main" id="{5EFF4C99-E127-57E3-37A3-BA17E2DC2D1B}"/>
              </a:ext>
            </a:extLst>
          </p:cNvPr>
          <p:cNvGrpSpPr/>
          <p:nvPr/>
        </p:nvGrpSpPr>
        <p:grpSpPr>
          <a:xfrm>
            <a:off x="4406192" y="6117537"/>
            <a:ext cx="7369479" cy="465286"/>
            <a:chOff x="4817758" y="6382984"/>
            <a:chExt cx="7369479" cy="465286"/>
          </a:xfrm>
        </p:grpSpPr>
        <p:sp>
          <p:nvSpPr>
            <p:cNvPr id="5" name="Rectangle 4">
              <a:extLst>
                <a:ext uri="{FF2B5EF4-FFF2-40B4-BE49-F238E27FC236}">
                  <a16:creationId xmlns:a16="http://schemas.microsoft.com/office/drawing/2014/main" id="{C9850B90-4191-3229-6887-CD9A9DE94A69}"/>
                </a:ext>
              </a:extLst>
            </p:cNvPr>
            <p:cNvSpPr/>
            <p:nvPr/>
          </p:nvSpPr>
          <p:spPr>
            <a:xfrm>
              <a:off x="4817758" y="6382984"/>
              <a:ext cx="7369479" cy="4652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6" name="Picture 5">
              <a:extLst>
                <a:ext uri="{FF2B5EF4-FFF2-40B4-BE49-F238E27FC236}">
                  <a16:creationId xmlns:a16="http://schemas.microsoft.com/office/drawing/2014/main" id="{640903DF-01A9-CD43-A709-566F4D98BB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3655" y="6397831"/>
              <a:ext cx="7281503" cy="417465"/>
            </a:xfrm>
            <a:prstGeom prst="rect">
              <a:avLst/>
            </a:prstGeom>
            <a:ln>
              <a:solidFill>
                <a:schemeClr val="bg1"/>
              </a:solidFill>
            </a:ln>
          </p:spPr>
        </p:pic>
      </p:grpSp>
      <p:grpSp>
        <p:nvGrpSpPr>
          <p:cNvPr id="45" name="Group 44">
            <a:extLst>
              <a:ext uri="{FF2B5EF4-FFF2-40B4-BE49-F238E27FC236}">
                <a16:creationId xmlns:a16="http://schemas.microsoft.com/office/drawing/2014/main" id="{1DB11A78-C57D-DCCB-31F4-02B37CA3412A}"/>
              </a:ext>
            </a:extLst>
          </p:cNvPr>
          <p:cNvGrpSpPr/>
          <p:nvPr/>
        </p:nvGrpSpPr>
        <p:grpSpPr>
          <a:xfrm>
            <a:off x="97003" y="6193544"/>
            <a:ext cx="4247655" cy="273466"/>
            <a:chOff x="4366684" y="2926127"/>
            <a:chExt cx="3278335" cy="2571063"/>
          </a:xfrm>
        </p:grpSpPr>
        <p:sp>
          <p:nvSpPr>
            <p:cNvPr id="46" name="Freeform: Shape 4">
              <a:extLst>
                <a:ext uri="{FF2B5EF4-FFF2-40B4-BE49-F238E27FC236}">
                  <a16:creationId xmlns:a16="http://schemas.microsoft.com/office/drawing/2014/main" id="{2BB03DC8-F762-85C3-0D96-4300CCBF0101}"/>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7" name="Freeform: Shape 5">
              <a:extLst>
                <a:ext uri="{FF2B5EF4-FFF2-40B4-BE49-F238E27FC236}">
                  <a16:creationId xmlns:a16="http://schemas.microsoft.com/office/drawing/2014/main" id="{E4778A03-8799-5627-FAEB-889F1BBF8C1E}"/>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8" name="Freeform: Shape 6">
              <a:extLst>
                <a:ext uri="{FF2B5EF4-FFF2-40B4-BE49-F238E27FC236}">
                  <a16:creationId xmlns:a16="http://schemas.microsoft.com/office/drawing/2014/main" id="{E83A441F-FB0C-78CB-4B73-4444892C38CE}"/>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9" name="Freeform: Shape 7">
              <a:extLst>
                <a:ext uri="{FF2B5EF4-FFF2-40B4-BE49-F238E27FC236}">
                  <a16:creationId xmlns:a16="http://schemas.microsoft.com/office/drawing/2014/main" id="{D2B22638-8331-B655-CFC4-1BDE801F5A93}"/>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0" name="Freeform: Shape 8">
              <a:extLst>
                <a:ext uri="{FF2B5EF4-FFF2-40B4-BE49-F238E27FC236}">
                  <a16:creationId xmlns:a16="http://schemas.microsoft.com/office/drawing/2014/main" id="{1ABDF395-9A47-316D-C643-0D4A3452CEC5}"/>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1" name="Freeform: Shape 9">
              <a:extLst>
                <a:ext uri="{FF2B5EF4-FFF2-40B4-BE49-F238E27FC236}">
                  <a16:creationId xmlns:a16="http://schemas.microsoft.com/office/drawing/2014/main" id="{B3A9BB3D-9A0C-0D27-56DB-9D91AD85C432}"/>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2" name="Freeform: Shape 10">
              <a:extLst>
                <a:ext uri="{FF2B5EF4-FFF2-40B4-BE49-F238E27FC236}">
                  <a16:creationId xmlns:a16="http://schemas.microsoft.com/office/drawing/2014/main" id="{DD549DBD-4FC0-CE6C-8A98-D45B706E5C1C}"/>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3" name="Freeform: Shape 11">
              <a:extLst>
                <a:ext uri="{FF2B5EF4-FFF2-40B4-BE49-F238E27FC236}">
                  <a16:creationId xmlns:a16="http://schemas.microsoft.com/office/drawing/2014/main" id="{AABB4B5F-2120-0483-2629-8E009D2A9BA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4" name="Freeform: Shape 12">
              <a:extLst>
                <a:ext uri="{FF2B5EF4-FFF2-40B4-BE49-F238E27FC236}">
                  <a16:creationId xmlns:a16="http://schemas.microsoft.com/office/drawing/2014/main" id="{31998C12-5423-05B7-E3B1-088B6912D359}"/>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5" name="Freeform: Shape 13">
              <a:extLst>
                <a:ext uri="{FF2B5EF4-FFF2-40B4-BE49-F238E27FC236}">
                  <a16:creationId xmlns:a16="http://schemas.microsoft.com/office/drawing/2014/main" id="{7818E618-D604-8898-103E-AF1364DA5693}"/>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6" name="Freeform: Shape 14">
              <a:extLst>
                <a:ext uri="{FF2B5EF4-FFF2-40B4-BE49-F238E27FC236}">
                  <a16:creationId xmlns:a16="http://schemas.microsoft.com/office/drawing/2014/main" id="{51A734C0-C485-DE3B-B6A2-D05EEEB23CE4}"/>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7" name="Freeform: Shape 15">
              <a:extLst>
                <a:ext uri="{FF2B5EF4-FFF2-40B4-BE49-F238E27FC236}">
                  <a16:creationId xmlns:a16="http://schemas.microsoft.com/office/drawing/2014/main" id="{B9623E41-8864-95EB-AC50-AC7410AD1757}"/>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8" name="Freeform: Shape 16">
              <a:extLst>
                <a:ext uri="{FF2B5EF4-FFF2-40B4-BE49-F238E27FC236}">
                  <a16:creationId xmlns:a16="http://schemas.microsoft.com/office/drawing/2014/main" id="{C049FFA7-E16D-7CDC-4146-EF3FC72CA298}"/>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9" name="Freeform: Shape 17">
              <a:extLst>
                <a:ext uri="{FF2B5EF4-FFF2-40B4-BE49-F238E27FC236}">
                  <a16:creationId xmlns:a16="http://schemas.microsoft.com/office/drawing/2014/main" id="{322FE2FA-4700-9526-F826-599A5E8D7E5F}"/>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0" name="Freeform: Shape 18">
              <a:extLst>
                <a:ext uri="{FF2B5EF4-FFF2-40B4-BE49-F238E27FC236}">
                  <a16:creationId xmlns:a16="http://schemas.microsoft.com/office/drawing/2014/main" id="{BE755463-BCC2-A141-3056-D313D52D7D7B}"/>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1" name="Freeform: Shape 19">
              <a:extLst>
                <a:ext uri="{FF2B5EF4-FFF2-40B4-BE49-F238E27FC236}">
                  <a16:creationId xmlns:a16="http://schemas.microsoft.com/office/drawing/2014/main" id="{EDBCFD17-09D8-FC81-5A07-F0715A8A9671}"/>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2" name="Freeform: Shape 20">
              <a:extLst>
                <a:ext uri="{FF2B5EF4-FFF2-40B4-BE49-F238E27FC236}">
                  <a16:creationId xmlns:a16="http://schemas.microsoft.com/office/drawing/2014/main" id="{E3E47381-CDB5-856F-4B33-02112421339A}"/>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3" name="Freeform: Shape 21">
              <a:extLst>
                <a:ext uri="{FF2B5EF4-FFF2-40B4-BE49-F238E27FC236}">
                  <a16:creationId xmlns:a16="http://schemas.microsoft.com/office/drawing/2014/main" id="{1348CE29-F8F4-008E-A63B-2ED80B82F609}"/>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4" name="Freeform: Shape 22">
              <a:extLst>
                <a:ext uri="{FF2B5EF4-FFF2-40B4-BE49-F238E27FC236}">
                  <a16:creationId xmlns:a16="http://schemas.microsoft.com/office/drawing/2014/main" id="{E70C45BB-B91D-0586-FF59-448C35109D61}"/>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5" name="Freeform: Shape 23">
              <a:extLst>
                <a:ext uri="{FF2B5EF4-FFF2-40B4-BE49-F238E27FC236}">
                  <a16:creationId xmlns:a16="http://schemas.microsoft.com/office/drawing/2014/main" id="{4A2A8E25-DBFE-5C4E-29D7-79A880D841A1}"/>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6" name="Freeform: Shape 24">
              <a:extLst>
                <a:ext uri="{FF2B5EF4-FFF2-40B4-BE49-F238E27FC236}">
                  <a16:creationId xmlns:a16="http://schemas.microsoft.com/office/drawing/2014/main" id="{88FD7B8E-CDEC-11B2-30EE-263352D66A6D}"/>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7" name="Freeform: Shape 25">
              <a:extLst>
                <a:ext uri="{FF2B5EF4-FFF2-40B4-BE49-F238E27FC236}">
                  <a16:creationId xmlns:a16="http://schemas.microsoft.com/office/drawing/2014/main" id="{F74DC41D-D9F7-F8C8-F173-58D70E35791F}"/>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8" name="Freeform: Shape 26">
              <a:extLst>
                <a:ext uri="{FF2B5EF4-FFF2-40B4-BE49-F238E27FC236}">
                  <a16:creationId xmlns:a16="http://schemas.microsoft.com/office/drawing/2014/main" id="{1451B862-CE01-BEE0-174C-D7E9333C7DD4}"/>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9" name="Freeform: Shape 27">
              <a:extLst>
                <a:ext uri="{FF2B5EF4-FFF2-40B4-BE49-F238E27FC236}">
                  <a16:creationId xmlns:a16="http://schemas.microsoft.com/office/drawing/2014/main" id="{6F84456E-CFB8-CD83-46E4-59254F55AB14}"/>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0" name="Freeform: Shape 28">
              <a:extLst>
                <a:ext uri="{FF2B5EF4-FFF2-40B4-BE49-F238E27FC236}">
                  <a16:creationId xmlns:a16="http://schemas.microsoft.com/office/drawing/2014/main" id="{9CDF0AF0-4296-47F3-256A-C716EED12EDD}"/>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1" name="Freeform: Shape 29">
              <a:extLst>
                <a:ext uri="{FF2B5EF4-FFF2-40B4-BE49-F238E27FC236}">
                  <a16:creationId xmlns:a16="http://schemas.microsoft.com/office/drawing/2014/main" id="{431B8AC9-C3E7-42E6-574B-4D052784C4D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2" name="Freeform: Shape 30">
              <a:extLst>
                <a:ext uri="{FF2B5EF4-FFF2-40B4-BE49-F238E27FC236}">
                  <a16:creationId xmlns:a16="http://schemas.microsoft.com/office/drawing/2014/main" id="{796C0B64-5D19-2C74-5F36-B34AEAFA2F99}"/>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3" name="Freeform: Shape 31">
              <a:extLst>
                <a:ext uri="{FF2B5EF4-FFF2-40B4-BE49-F238E27FC236}">
                  <a16:creationId xmlns:a16="http://schemas.microsoft.com/office/drawing/2014/main" id="{980CBE6F-DE80-ED81-2F97-522A82911D16}"/>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4" name="Freeform: Shape 32">
              <a:extLst>
                <a:ext uri="{FF2B5EF4-FFF2-40B4-BE49-F238E27FC236}">
                  <a16:creationId xmlns:a16="http://schemas.microsoft.com/office/drawing/2014/main" id="{95C717A3-48D7-4086-2BE5-B2301139C453}"/>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5" name="Freeform: Shape 33">
              <a:extLst>
                <a:ext uri="{FF2B5EF4-FFF2-40B4-BE49-F238E27FC236}">
                  <a16:creationId xmlns:a16="http://schemas.microsoft.com/office/drawing/2014/main" id="{E6F48B2D-33C1-40DB-F22A-9FFD48A36AAD}"/>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6" name="Freeform: Shape 34">
              <a:extLst>
                <a:ext uri="{FF2B5EF4-FFF2-40B4-BE49-F238E27FC236}">
                  <a16:creationId xmlns:a16="http://schemas.microsoft.com/office/drawing/2014/main" id="{9B92FE49-73AE-D327-BC32-78863D5C2012}"/>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7" name="Freeform: Shape 35">
              <a:extLst>
                <a:ext uri="{FF2B5EF4-FFF2-40B4-BE49-F238E27FC236}">
                  <a16:creationId xmlns:a16="http://schemas.microsoft.com/office/drawing/2014/main" id="{5F84EE35-93C6-F46D-6751-30142858F0DC}"/>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8" name="Freeform: Shape 36">
              <a:extLst>
                <a:ext uri="{FF2B5EF4-FFF2-40B4-BE49-F238E27FC236}">
                  <a16:creationId xmlns:a16="http://schemas.microsoft.com/office/drawing/2014/main" id="{A5CD6408-B39A-EFF3-058A-AAA22B676828}"/>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9" name="Freeform: Shape 37">
              <a:extLst>
                <a:ext uri="{FF2B5EF4-FFF2-40B4-BE49-F238E27FC236}">
                  <a16:creationId xmlns:a16="http://schemas.microsoft.com/office/drawing/2014/main" id="{09211F20-7172-33D7-2AD1-344E00DB3C67}"/>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80" name="Freeform: Shape 38">
              <a:extLst>
                <a:ext uri="{FF2B5EF4-FFF2-40B4-BE49-F238E27FC236}">
                  <a16:creationId xmlns:a16="http://schemas.microsoft.com/office/drawing/2014/main" id="{07959F25-11B7-76D6-0611-76A58B808CD9}"/>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84" name="TextBox 83">
            <a:extLst>
              <a:ext uri="{FF2B5EF4-FFF2-40B4-BE49-F238E27FC236}">
                <a16:creationId xmlns:a16="http://schemas.microsoft.com/office/drawing/2014/main" id="{8D47C51D-7107-8B6F-F94B-DEC51F106C79}"/>
              </a:ext>
            </a:extLst>
          </p:cNvPr>
          <p:cNvSpPr txBox="1"/>
          <p:nvPr/>
        </p:nvSpPr>
        <p:spPr>
          <a:xfrm>
            <a:off x="11796280" y="6256621"/>
            <a:ext cx="211514" cy="369332"/>
          </a:xfrm>
          <a:prstGeom prst="rect">
            <a:avLst/>
          </a:prstGeom>
          <a:noFill/>
        </p:spPr>
        <p:txBody>
          <a:bodyPr wrap="square">
            <a:spAutoFit/>
          </a:bodyPr>
          <a:lstStyle/>
          <a:p>
            <a:fld id="{38A635C9-4A98-4745-BD96-9D0E32025E69}" type="slidenum">
              <a:rPr lang="en-IN" smtClean="0"/>
              <a:pPr/>
              <a:t>8</a:t>
            </a:fld>
            <a:endParaRPr lang="en-IN" dirty="0"/>
          </a:p>
        </p:txBody>
      </p:sp>
      <p:sp>
        <p:nvSpPr>
          <p:cNvPr id="85" name="Rectangle 84">
            <a:extLst>
              <a:ext uri="{FF2B5EF4-FFF2-40B4-BE49-F238E27FC236}">
                <a16:creationId xmlns:a16="http://schemas.microsoft.com/office/drawing/2014/main" id="{E7FFE7F0-6C2D-1E29-3399-062BB83B25F6}"/>
              </a:ext>
            </a:extLst>
          </p:cNvPr>
          <p:cNvSpPr/>
          <p:nvPr/>
        </p:nvSpPr>
        <p:spPr>
          <a:xfrm>
            <a:off x="11799489" y="6193544"/>
            <a:ext cx="295508" cy="3693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7</a:t>
            </a:r>
            <a:endParaRPr lang="en-IN" dirty="0"/>
          </a:p>
        </p:txBody>
      </p:sp>
      <p:sp>
        <p:nvSpPr>
          <p:cNvPr id="87" name="Content Placeholder 2">
            <a:extLst>
              <a:ext uri="{FF2B5EF4-FFF2-40B4-BE49-F238E27FC236}">
                <a16:creationId xmlns:a16="http://schemas.microsoft.com/office/drawing/2014/main" id="{EEA8FB60-D878-2460-AF1B-58EA8D853BE0}"/>
              </a:ext>
            </a:extLst>
          </p:cNvPr>
          <p:cNvSpPr txBox="1">
            <a:spLocks/>
          </p:cNvSpPr>
          <p:nvPr/>
        </p:nvSpPr>
        <p:spPr>
          <a:xfrm>
            <a:off x="680094" y="1343891"/>
            <a:ext cx="9453747" cy="3560619"/>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buFont typeface="Arial" panose="020B0604020202020204" pitchFamily="34" charset="0"/>
              <a:buChar char="•"/>
            </a:pPr>
            <a:r>
              <a:rPr lang="en-US" sz="2600" dirty="0"/>
              <a:t>Model trained on 233 images (204 training, 20 validation, 9 testing) using </a:t>
            </a:r>
            <a:r>
              <a:rPr lang="en-US" sz="2600" dirty="0" err="1"/>
              <a:t>Roboflow</a:t>
            </a:r>
            <a:r>
              <a:rPr lang="en-US" sz="2600" dirty="0"/>
              <a:t> dataset.</a:t>
            </a:r>
          </a:p>
          <a:p>
            <a:pPr marL="457200" indent="-457200" algn="l">
              <a:buFont typeface="Arial" panose="020B0604020202020204" pitchFamily="34" charset="0"/>
              <a:buChar char="•"/>
            </a:pPr>
            <a:r>
              <a:rPr lang="en-US" sz="2600" dirty="0"/>
              <a:t> Achieved accurate real-time detection with YOLOv11/YOLOv12, using confidence threshold of 0.25.</a:t>
            </a:r>
          </a:p>
          <a:p>
            <a:pPr marL="457200" indent="-457200" algn="l">
              <a:buFont typeface="Arial" panose="020B0604020202020204" pitchFamily="34" charset="0"/>
              <a:buChar char="•"/>
            </a:pPr>
            <a:r>
              <a:rPr lang="en-US" sz="2600" dirty="0"/>
              <a:t> Model performance verified on video input (capstone.mp4) with visual annotations.</a:t>
            </a:r>
          </a:p>
          <a:p>
            <a:pPr marL="457200" indent="-457200" algn="l">
              <a:buFont typeface="Arial" panose="020B0604020202020204" pitchFamily="34" charset="0"/>
              <a:buChar char="•"/>
            </a:pPr>
            <a:r>
              <a:rPr lang="en-US" sz="2600" dirty="0"/>
              <a:t> Efficient batch processing increased throughput for video-based recognition.</a:t>
            </a:r>
          </a:p>
          <a:p>
            <a:pPr marL="457200" indent="-457200" algn="l">
              <a:buFont typeface="Arial" panose="020B0604020202020204" pitchFamily="34" charset="0"/>
              <a:buChar char="•"/>
            </a:pPr>
            <a:r>
              <a:rPr lang="en-US" sz="2600" dirty="0"/>
              <a:t>Limitations include generalization to unseen data and dependency on dataset diversity.</a:t>
            </a:r>
          </a:p>
        </p:txBody>
      </p:sp>
    </p:spTree>
    <p:extLst>
      <p:ext uri="{BB962C8B-B14F-4D97-AF65-F5344CB8AC3E}">
        <p14:creationId xmlns:p14="http://schemas.microsoft.com/office/powerpoint/2010/main" val="561417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0634F-B803-9163-E9D7-9FB9728C568C}"/>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88A90BDF-FA91-437B-D532-F07691A4EDAE}"/>
              </a:ext>
            </a:extLst>
          </p:cNvPr>
          <p:cNvGrpSpPr/>
          <p:nvPr/>
        </p:nvGrpSpPr>
        <p:grpSpPr>
          <a:xfrm>
            <a:off x="45343" y="6149703"/>
            <a:ext cx="12098172" cy="476250"/>
            <a:chOff x="0" y="6381750"/>
            <a:chExt cx="12192000" cy="476250"/>
          </a:xfrm>
          <a:solidFill>
            <a:srgbClr val="C00000"/>
          </a:solidFill>
        </p:grpSpPr>
        <p:sp>
          <p:nvSpPr>
            <p:cNvPr id="8" name="Rectangle 7">
              <a:extLst>
                <a:ext uri="{FF2B5EF4-FFF2-40B4-BE49-F238E27FC236}">
                  <a16:creationId xmlns:a16="http://schemas.microsoft.com/office/drawing/2014/main" id="{0084FD8B-B2D8-D178-0B1A-89573C64F0E4}"/>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9" name="Group 8">
              <a:extLst>
                <a:ext uri="{FF2B5EF4-FFF2-40B4-BE49-F238E27FC236}">
                  <a16:creationId xmlns:a16="http://schemas.microsoft.com/office/drawing/2014/main" id="{F3842617-E10C-A6FE-6BDC-2359E2D163EF}"/>
                </a:ext>
              </a:extLst>
            </p:cNvPr>
            <p:cNvGrpSpPr/>
            <p:nvPr/>
          </p:nvGrpSpPr>
          <p:grpSpPr>
            <a:xfrm>
              <a:off x="160089" y="6467143"/>
              <a:ext cx="4087748" cy="273466"/>
              <a:chOff x="4366684" y="2926127"/>
              <a:chExt cx="3278335" cy="2571063"/>
            </a:xfrm>
            <a:grpFill/>
          </p:grpSpPr>
          <p:sp>
            <p:nvSpPr>
              <p:cNvPr id="10" name="Freeform: Shape 4">
                <a:extLst>
                  <a:ext uri="{FF2B5EF4-FFF2-40B4-BE49-F238E27FC236}">
                    <a16:creationId xmlns:a16="http://schemas.microsoft.com/office/drawing/2014/main" id="{7782F37D-1E09-ED26-27D2-441F32D1F140}"/>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 name="Freeform: Shape 5">
                <a:extLst>
                  <a:ext uri="{FF2B5EF4-FFF2-40B4-BE49-F238E27FC236}">
                    <a16:creationId xmlns:a16="http://schemas.microsoft.com/office/drawing/2014/main" id="{3B403000-B49D-9A67-9AE4-035E0F3FEA1B}"/>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 name="Freeform: Shape 6">
                <a:extLst>
                  <a:ext uri="{FF2B5EF4-FFF2-40B4-BE49-F238E27FC236}">
                    <a16:creationId xmlns:a16="http://schemas.microsoft.com/office/drawing/2014/main" id="{F8A569B7-7EAE-22A5-4E91-165E2BEC2978}"/>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3" name="Freeform: Shape 7">
                <a:extLst>
                  <a:ext uri="{FF2B5EF4-FFF2-40B4-BE49-F238E27FC236}">
                    <a16:creationId xmlns:a16="http://schemas.microsoft.com/office/drawing/2014/main" id="{B9E93769-512D-461D-F962-DD3153F509F4}"/>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4" name="Freeform: Shape 8">
                <a:extLst>
                  <a:ext uri="{FF2B5EF4-FFF2-40B4-BE49-F238E27FC236}">
                    <a16:creationId xmlns:a16="http://schemas.microsoft.com/office/drawing/2014/main" id="{8B2F72A4-C4FD-B955-B077-7188451FE92E}"/>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5" name="Freeform: Shape 9">
                <a:extLst>
                  <a:ext uri="{FF2B5EF4-FFF2-40B4-BE49-F238E27FC236}">
                    <a16:creationId xmlns:a16="http://schemas.microsoft.com/office/drawing/2014/main" id="{3A289DEA-091A-71A2-2363-FB891BB08AC0}"/>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6" name="Freeform: Shape 10">
                <a:extLst>
                  <a:ext uri="{FF2B5EF4-FFF2-40B4-BE49-F238E27FC236}">
                    <a16:creationId xmlns:a16="http://schemas.microsoft.com/office/drawing/2014/main" id="{831F4EF9-FD4A-5A07-FEF3-3DFD2F1C41FD}"/>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7" name="Freeform: Shape 11">
                <a:extLst>
                  <a:ext uri="{FF2B5EF4-FFF2-40B4-BE49-F238E27FC236}">
                    <a16:creationId xmlns:a16="http://schemas.microsoft.com/office/drawing/2014/main" id="{A2843998-B5A5-D44E-B51A-ABF02E0FA364}"/>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8" name="Freeform: Shape 12">
                <a:extLst>
                  <a:ext uri="{FF2B5EF4-FFF2-40B4-BE49-F238E27FC236}">
                    <a16:creationId xmlns:a16="http://schemas.microsoft.com/office/drawing/2014/main" id="{7C6F291F-2654-A613-CF53-84C90523B284}"/>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9" name="Freeform: Shape 13">
                <a:extLst>
                  <a:ext uri="{FF2B5EF4-FFF2-40B4-BE49-F238E27FC236}">
                    <a16:creationId xmlns:a16="http://schemas.microsoft.com/office/drawing/2014/main" id="{6802BDB2-C20A-3B81-72D9-C11D0BA62C1F}"/>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0" name="Freeform: Shape 14">
                <a:extLst>
                  <a:ext uri="{FF2B5EF4-FFF2-40B4-BE49-F238E27FC236}">
                    <a16:creationId xmlns:a16="http://schemas.microsoft.com/office/drawing/2014/main" id="{E8A9E1E9-0979-C8EC-228F-ADEBA6A55C0C}"/>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1" name="Freeform: Shape 15">
                <a:extLst>
                  <a:ext uri="{FF2B5EF4-FFF2-40B4-BE49-F238E27FC236}">
                    <a16:creationId xmlns:a16="http://schemas.microsoft.com/office/drawing/2014/main" id="{AA8F9166-8384-ACBC-5968-C4179DE5EB28}"/>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2" name="Freeform: Shape 16">
                <a:extLst>
                  <a:ext uri="{FF2B5EF4-FFF2-40B4-BE49-F238E27FC236}">
                    <a16:creationId xmlns:a16="http://schemas.microsoft.com/office/drawing/2014/main" id="{9F386497-D6E1-6979-9F2E-7892CADFEE4C}"/>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3" name="Freeform: Shape 17">
                <a:extLst>
                  <a:ext uri="{FF2B5EF4-FFF2-40B4-BE49-F238E27FC236}">
                    <a16:creationId xmlns:a16="http://schemas.microsoft.com/office/drawing/2014/main" id="{DB30ADD1-85BB-BB68-99A4-4CE34E99388D}"/>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4" name="Freeform: Shape 18">
                <a:extLst>
                  <a:ext uri="{FF2B5EF4-FFF2-40B4-BE49-F238E27FC236}">
                    <a16:creationId xmlns:a16="http://schemas.microsoft.com/office/drawing/2014/main" id="{4631D140-B441-6BC3-7587-68644B333036}"/>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5" name="Freeform: Shape 19">
                <a:extLst>
                  <a:ext uri="{FF2B5EF4-FFF2-40B4-BE49-F238E27FC236}">
                    <a16:creationId xmlns:a16="http://schemas.microsoft.com/office/drawing/2014/main" id="{E93DFD72-B7AA-54D7-7C08-ED1998C67283}"/>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6" name="Freeform: Shape 20">
                <a:extLst>
                  <a:ext uri="{FF2B5EF4-FFF2-40B4-BE49-F238E27FC236}">
                    <a16:creationId xmlns:a16="http://schemas.microsoft.com/office/drawing/2014/main" id="{8DD5A403-C196-8D29-BBF3-8C925CB35657}"/>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7" name="Freeform: Shape 21">
                <a:extLst>
                  <a:ext uri="{FF2B5EF4-FFF2-40B4-BE49-F238E27FC236}">
                    <a16:creationId xmlns:a16="http://schemas.microsoft.com/office/drawing/2014/main" id="{E7B1DFB3-B80A-E0AF-AB5C-352D1FAA6879}"/>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8" name="Freeform: Shape 22">
                <a:extLst>
                  <a:ext uri="{FF2B5EF4-FFF2-40B4-BE49-F238E27FC236}">
                    <a16:creationId xmlns:a16="http://schemas.microsoft.com/office/drawing/2014/main" id="{BE0377E1-B84C-907E-15E0-02AE692E29CC}"/>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9" name="Freeform: Shape 23">
                <a:extLst>
                  <a:ext uri="{FF2B5EF4-FFF2-40B4-BE49-F238E27FC236}">
                    <a16:creationId xmlns:a16="http://schemas.microsoft.com/office/drawing/2014/main" id="{EDF11811-A575-1410-6158-81CD99E8EDDF}"/>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0" name="Freeform: Shape 24">
                <a:extLst>
                  <a:ext uri="{FF2B5EF4-FFF2-40B4-BE49-F238E27FC236}">
                    <a16:creationId xmlns:a16="http://schemas.microsoft.com/office/drawing/2014/main" id="{D27DED65-20F7-3A56-793A-1E04119B2A86}"/>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1" name="Freeform: Shape 25">
                <a:extLst>
                  <a:ext uri="{FF2B5EF4-FFF2-40B4-BE49-F238E27FC236}">
                    <a16:creationId xmlns:a16="http://schemas.microsoft.com/office/drawing/2014/main" id="{A4AF032E-D382-CB91-D6F4-BA56CB252F92}"/>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2" name="Freeform: Shape 26">
                <a:extLst>
                  <a:ext uri="{FF2B5EF4-FFF2-40B4-BE49-F238E27FC236}">
                    <a16:creationId xmlns:a16="http://schemas.microsoft.com/office/drawing/2014/main" id="{17BC52FE-885A-9A41-929C-8E5FC4FE5265}"/>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3" name="Freeform: Shape 27">
                <a:extLst>
                  <a:ext uri="{FF2B5EF4-FFF2-40B4-BE49-F238E27FC236}">
                    <a16:creationId xmlns:a16="http://schemas.microsoft.com/office/drawing/2014/main" id="{E282AD6A-E173-4587-57CC-6D31267C330D}"/>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4" name="Freeform: Shape 28">
                <a:extLst>
                  <a:ext uri="{FF2B5EF4-FFF2-40B4-BE49-F238E27FC236}">
                    <a16:creationId xmlns:a16="http://schemas.microsoft.com/office/drawing/2014/main" id="{CBFECFF2-7206-7B84-E467-C8FE0B049DFC}"/>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5" name="Freeform: Shape 29">
                <a:extLst>
                  <a:ext uri="{FF2B5EF4-FFF2-40B4-BE49-F238E27FC236}">
                    <a16:creationId xmlns:a16="http://schemas.microsoft.com/office/drawing/2014/main" id="{2F0D5D49-AF7C-1F6C-A6E5-F525E72AB7D7}"/>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6" name="Freeform: Shape 30">
                <a:extLst>
                  <a:ext uri="{FF2B5EF4-FFF2-40B4-BE49-F238E27FC236}">
                    <a16:creationId xmlns:a16="http://schemas.microsoft.com/office/drawing/2014/main" id="{818516D6-2D06-05E8-10FE-9B2DF3F056DD}"/>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7" name="Freeform: Shape 31">
                <a:extLst>
                  <a:ext uri="{FF2B5EF4-FFF2-40B4-BE49-F238E27FC236}">
                    <a16:creationId xmlns:a16="http://schemas.microsoft.com/office/drawing/2014/main" id="{E1352624-04A8-B284-2EBE-FBEA773B0E92}"/>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8" name="Freeform: Shape 32">
                <a:extLst>
                  <a:ext uri="{FF2B5EF4-FFF2-40B4-BE49-F238E27FC236}">
                    <a16:creationId xmlns:a16="http://schemas.microsoft.com/office/drawing/2014/main" id="{BADAF490-8E9E-0DA6-E813-D976CBAB10F8}"/>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9" name="Freeform: Shape 33">
                <a:extLst>
                  <a:ext uri="{FF2B5EF4-FFF2-40B4-BE49-F238E27FC236}">
                    <a16:creationId xmlns:a16="http://schemas.microsoft.com/office/drawing/2014/main" id="{8679DA68-75EF-8CDA-6E61-7908A8E5292B}"/>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0" name="Freeform: Shape 34">
                <a:extLst>
                  <a:ext uri="{FF2B5EF4-FFF2-40B4-BE49-F238E27FC236}">
                    <a16:creationId xmlns:a16="http://schemas.microsoft.com/office/drawing/2014/main" id="{1D9E9DFC-467C-7848-AEF4-435B51431D58}"/>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1" name="Freeform: Shape 35">
                <a:extLst>
                  <a:ext uri="{FF2B5EF4-FFF2-40B4-BE49-F238E27FC236}">
                    <a16:creationId xmlns:a16="http://schemas.microsoft.com/office/drawing/2014/main" id="{3DF2791F-548E-B510-75F5-5044932E68BB}"/>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2" name="Freeform: Shape 36">
                <a:extLst>
                  <a:ext uri="{FF2B5EF4-FFF2-40B4-BE49-F238E27FC236}">
                    <a16:creationId xmlns:a16="http://schemas.microsoft.com/office/drawing/2014/main" id="{D1E74463-980A-6103-5CA9-7930B9EE0C15}"/>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3" name="Freeform: Shape 37">
                <a:extLst>
                  <a:ext uri="{FF2B5EF4-FFF2-40B4-BE49-F238E27FC236}">
                    <a16:creationId xmlns:a16="http://schemas.microsoft.com/office/drawing/2014/main" id="{B39D3D73-C318-2D33-45FE-C0C88CE69A7A}"/>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4" name="Freeform: Shape 38">
                <a:extLst>
                  <a:ext uri="{FF2B5EF4-FFF2-40B4-BE49-F238E27FC236}">
                    <a16:creationId xmlns:a16="http://schemas.microsoft.com/office/drawing/2014/main" id="{92A85621-BB63-48BB-04DB-CDDA89064FE5}"/>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sp>
        <p:nvSpPr>
          <p:cNvPr id="2" name="Title 1">
            <a:extLst>
              <a:ext uri="{FF2B5EF4-FFF2-40B4-BE49-F238E27FC236}">
                <a16:creationId xmlns:a16="http://schemas.microsoft.com/office/drawing/2014/main" id="{37FDF39E-04D0-690D-50D9-293698FAB93A}"/>
              </a:ext>
            </a:extLst>
          </p:cNvPr>
          <p:cNvSpPr>
            <a:spLocks noGrp="1"/>
          </p:cNvSpPr>
          <p:nvPr>
            <p:ph type="ctrTitle"/>
          </p:nvPr>
        </p:nvSpPr>
        <p:spPr>
          <a:xfrm>
            <a:off x="393954" y="-135029"/>
            <a:ext cx="10081469" cy="1190745"/>
          </a:xfrm>
        </p:spPr>
        <p:txBody>
          <a:bodyPr>
            <a:normAutofit/>
          </a:bodyPr>
          <a:lstStyle/>
          <a:p>
            <a:r>
              <a:rPr lang="en-IN" sz="4800" b="1" dirty="0">
                <a:latin typeface="+mn-lt"/>
              </a:rPr>
              <a:t>Result &amp; Metrics</a:t>
            </a:r>
          </a:p>
        </p:txBody>
      </p:sp>
      <p:grpSp>
        <p:nvGrpSpPr>
          <p:cNvPr id="4" name="Group 3">
            <a:extLst>
              <a:ext uri="{FF2B5EF4-FFF2-40B4-BE49-F238E27FC236}">
                <a16:creationId xmlns:a16="http://schemas.microsoft.com/office/drawing/2014/main" id="{2F411A06-FE65-34D8-3984-85E97B7E2CB6}"/>
              </a:ext>
            </a:extLst>
          </p:cNvPr>
          <p:cNvGrpSpPr/>
          <p:nvPr/>
        </p:nvGrpSpPr>
        <p:grpSpPr>
          <a:xfrm>
            <a:off x="4406192" y="6117537"/>
            <a:ext cx="7369479" cy="465286"/>
            <a:chOff x="4817758" y="6382984"/>
            <a:chExt cx="7369479" cy="465286"/>
          </a:xfrm>
        </p:grpSpPr>
        <p:sp>
          <p:nvSpPr>
            <p:cNvPr id="5" name="Rectangle 4">
              <a:extLst>
                <a:ext uri="{FF2B5EF4-FFF2-40B4-BE49-F238E27FC236}">
                  <a16:creationId xmlns:a16="http://schemas.microsoft.com/office/drawing/2014/main" id="{B6B3F5CF-35E2-10EC-6E2C-F1BA529102F8}"/>
                </a:ext>
              </a:extLst>
            </p:cNvPr>
            <p:cNvSpPr/>
            <p:nvPr/>
          </p:nvSpPr>
          <p:spPr>
            <a:xfrm>
              <a:off x="4817758" y="6382984"/>
              <a:ext cx="7369479" cy="4652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6" name="Picture 5">
              <a:extLst>
                <a:ext uri="{FF2B5EF4-FFF2-40B4-BE49-F238E27FC236}">
                  <a16:creationId xmlns:a16="http://schemas.microsoft.com/office/drawing/2014/main" id="{DF3E8374-8178-DF00-16DF-902717B4CE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3655" y="6397831"/>
              <a:ext cx="7281503" cy="417465"/>
            </a:xfrm>
            <a:prstGeom prst="rect">
              <a:avLst/>
            </a:prstGeom>
            <a:ln>
              <a:solidFill>
                <a:schemeClr val="bg1"/>
              </a:solidFill>
            </a:ln>
          </p:spPr>
        </p:pic>
      </p:grpSp>
      <p:grpSp>
        <p:nvGrpSpPr>
          <p:cNvPr id="45" name="Group 44">
            <a:extLst>
              <a:ext uri="{FF2B5EF4-FFF2-40B4-BE49-F238E27FC236}">
                <a16:creationId xmlns:a16="http://schemas.microsoft.com/office/drawing/2014/main" id="{6DE800EA-1B30-B3AE-F134-175363D2D4BF}"/>
              </a:ext>
            </a:extLst>
          </p:cNvPr>
          <p:cNvGrpSpPr/>
          <p:nvPr/>
        </p:nvGrpSpPr>
        <p:grpSpPr>
          <a:xfrm>
            <a:off x="97003" y="6193544"/>
            <a:ext cx="4247655" cy="273466"/>
            <a:chOff x="4366684" y="2926127"/>
            <a:chExt cx="3278335" cy="2571063"/>
          </a:xfrm>
        </p:grpSpPr>
        <p:sp>
          <p:nvSpPr>
            <p:cNvPr id="46" name="Freeform: Shape 4">
              <a:extLst>
                <a:ext uri="{FF2B5EF4-FFF2-40B4-BE49-F238E27FC236}">
                  <a16:creationId xmlns:a16="http://schemas.microsoft.com/office/drawing/2014/main" id="{3E82E870-9297-46BB-46F9-F306F086945A}"/>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7" name="Freeform: Shape 5">
              <a:extLst>
                <a:ext uri="{FF2B5EF4-FFF2-40B4-BE49-F238E27FC236}">
                  <a16:creationId xmlns:a16="http://schemas.microsoft.com/office/drawing/2014/main" id="{92713BA2-4049-26A7-DBB2-B5B03C20ECB8}"/>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8" name="Freeform: Shape 6">
              <a:extLst>
                <a:ext uri="{FF2B5EF4-FFF2-40B4-BE49-F238E27FC236}">
                  <a16:creationId xmlns:a16="http://schemas.microsoft.com/office/drawing/2014/main" id="{B7204E26-D563-ABEF-F2D6-18E328D144EE}"/>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9" name="Freeform: Shape 7">
              <a:extLst>
                <a:ext uri="{FF2B5EF4-FFF2-40B4-BE49-F238E27FC236}">
                  <a16:creationId xmlns:a16="http://schemas.microsoft.com/office/drawing/2014/main" id="{858C51CB-5171-A7DD-AB18-855446E84761}"/>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0" name="Freeform: Shape 8">
              <a:extLst>
                <a:ext uri="{FF2B5EF4-FFF2-40B4-BE49-F238E27FC236}">
                  <a16:creationId xmlns:a16="http://schemas.microsoft.com/office/drawing/2014/main" id="{DEFC49FC-97F5-FC36-0968-B4048C639A5B}"/>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1" name="Freeform: Shape 9">
              <a:extLst>
                <a:ext uri="{FF2B5EF4-FFF2-40B4-BE49-F238E27FC236}">
                  <a16:creationId xmlns:a16="http://schemas.microsoft.com/office/drawing/2014/main" id="{4BCB190D-5298-7358-B8F0-3A3FA1D52F61}"/>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2" name="Freeform: Shape 10">
              <a:extLst>
                <a:ext uri="{FF2B5EF4-FFF2-40B4-BE49-F238E27FC236}">
                  <a16:creationId xmlns:a16="http://schemas.microsoft.com/office/drawing/2014/main" id="{9E12D9E4-90AA-211D-25CC-B26A67221E0E}"/>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3" name="Freeform: Shape 11">
              <a:extLst>
                <a:ext uri="{FF2B5EF4-FFF2-40B4-BE49-F238E27FC236}">
                  <a16:creationId xmlns:a16="http://schemas.microsoft.com/office/drawing/2014/main" id="{A0DAAB76-8DDB-5881-26A5-86DDC70882B3}"/>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4" name="Freeform: Shape 12">
              <a:extLst>
                <a:ext uri="{FF2B5EF4-FFF2-40B4-BE49-F238E27FC236}">
                  <a16:creationId xmlns:a16="http://schemas.microsoft.com/office/drawing/2014/main" id="{322AA440-ACE5-D324-61A5-D45546AC6141}"/>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5" name="Freeform: Shape 13">
              <a:extLst>
                <a:ext uri="{FF2B5EF4-FFF2-40B4-BE49-F238E27FC236}">
                  <a16:creationId xmlns:a16="http://schemas.microsoft.com/office/drawing/2014/main" id="{15401BFB-8321-1469-349B-4CB0BEA44D92}"/>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6" name="Freeform: Shape 14">
              <a:extLst>
                <a:ext uri="{FF2B5EF4-FFF2-40B4-BE49-F238E27FC236}">
                  <a16:creationId xmlns:a16="http://schemas.microsoft.com/office/drawing/2014/main" id="{A6D8A7B5-E9D6-29F9-64F5-E90F349660A3}"/>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7" name="Freeform: Shape 15">
              <a:extLst>
                <a:ext uri="{FF2B5EF4-FFF2-40B4-BE49-F238E27FC236}">
                  <a16:creationId xmlns:a16="http://schemas.microsoft.com/office/drawing/2014/main" id="{D9CEF13F-DEE1-B22E-986A-24101F542060}"/>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8" name="Freeform: Shape 16">
              <a:extLst>
                <a:ext uri="{FF2B5EF4-FFF2-40B4-BE49-F238E27FC236}">
                  <a16:creationId xmlns:a16="http://schemas.microsoft.com/office/drawing/2014/main" id="{EF77F616-7FD5-9C36-B5AB-8CB25D81118B}"/>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9" name="Freeform: Shape 17">
              <a:extLst>
                <a:ext uri="{FF2B5EF4-FFF2-40B4-BE49-F238E27FC236}">
                  <a16:creationId xmlns:a16="http://schemas.microsoft.com/office/drawing/2014/main" id="{E2A0EE2A-DFBF-0A37-2B0D-C160D027E4A1}"/>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0" name="Freeform: Shape 18">
              <a:extLst>
                <a:ext uri="{FF2B5EF4-FFF2-40B4-BE49-F238E27FC236}">
                  <a16:creationId xmlns:a16="http://schemas.microsoft.com/office/drawing/2014/main" id="{48A4ED9D-9AA9-230A-6A0B-DEC56CF9040F}"/>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1" name="Freeform: Shape 19">
              <a:extLst>
                <a:ext uri="{FF2B5EF4-FFF2-40B4-BE49-F238E27FC236}">
                  <a16:creationId xmlns:a16="http://schemas.microsoft.com/office/drawing/2014/main" id="{95ED07FA-8D2D-2857-1979-1A2710DA8692}"/>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2" name="Freeform: Shape 20">
              <a:extLst>
                <a:ext uri="{FF2B5EF4-FFF2-40B4-BE49-F238E27FC236}">
                  <a16:creationId xmlns:a16="http://schemas.microsoft.com/office/drawing/2014/main" id="{3AE29C0E-4556-D0C1-0007-2A2C7070B631}"/>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3" name="Freeform: Shape 21">
              <a:extLst>
                <a:ext uri="{FF2B5EF4-FFF2-40B4-BE49-F238E27FC236}">
                  <a16:creationId xmlns:a16="http://schemas.microsoft.com/office/drawing/2014/main" id="{AF23B65F-270D-6109-5E9B-42CFED31CFB7}"/>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4" name="Freeform: Shape 22">
              <a:extLst>
                <a:ext uri="{FF2B5EF4-FFF2-40B4-BE49-F238E27FC236}">
                  <a16:creationId xmlns:a16="http://schemas.microsoft.com/office/drawing/2014/main" id="{ABF58A1B-EEEB-1DAA-0971-33D40CAD18F0}"/>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5" name="Freeform: Shape 23">
              <a:extLst>
                <a:ext uri="{FF2B5EF4-FFF2-40B4-BE49-F238E27FC236}">
                  <a16:creationId xmlns:a16="http://schemas.microsoft.com/office/drawing/2014/main" id="{3A166AAB-8DC4-148C-BCAC-AC55884DAFFC}"/>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6" name="Freeform: Shape 24">
              <a:extLst>
                <a:ext uri="{FF2B5EF4-FFF2-40B4-BE49-F238E27FC236}">
                  <a16:creationId xmlns:a16="http://schemas.microsoft.com/office/drawing/2014/main" id="{5F7C4D58-EF45-364E-FD0D-CFDB68FFA43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7" name="Freeform: Shape 25">
              <a:extLst>
                <a:ext uri="{FF2B5EF4-FFF2-40B4-BE49-F238E27FC236}">
                  <a16:creationId xmlns:a16="http://schemas.microsoft.com/office/drawing/2014/main" id="{B46AA74D-466F-F733-2A8F-FF8DB0C16FED}"/>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8" name="Freeform: Shape 26">
              <a:extLst>
                <a:ext uri="{FF2B5EF4-FFF2-40B4-BE49-F238E27FC236}">
                  <a16:creationId xmlns:a16="http://schemas.microsoft.com/office/drawing/2014/main" id="{49BA936C-5953-5319-A6A6-82402775BE6A}"/>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9" name="Freeform: Shape 27">
              <a:extLst>
                <a:ext uri="{FF2B5EF4-FFF2-40B4-BE49-F238E27FC236}">
                  <a16:creationId xmlns:a16="http://schemas.microsoft.com/office/drawing/2014/main" id="{6628901C-E658-75A5-BD3D-8F5FAE92BA1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0" name="Freeform: Shape 28">
              <a:extLst>
                <a:ext uri="{FF2B5EF4-FFF2-40B4-BE49-F238E27FC236}">
                  <a16:creationId xmlns:a16="http://schemas.microsoft.com/office/drawing/2014/main" id="{A727E6B8-419D-5694-E29E-C684FC25043B}"/>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1" name="Freeform: Shape 29">
              <a:extLst>
                <a:ext uri="{FF2B5EF4-FFF2-40B4-BE49-F238E27FC236}">
                  <a16:creationId xmlns:a16="http://schemas.microsoft.com/office/drawing/2014/main" id="{0849EEF2-75F2-2C98-6190-AA38618E6595}"/>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2" name="Freeform: Shape 30">
              <a:extLst>
                <a:ext uri="{FF2B5EF4-FFF2-40B4-BE49-F238E27FC236}">
                  <a16:creationId xmlns:a16="http://schemas.microsoft.com/office/drawing/2014/main" id="{FE5A3101-303C-557F-E65E-0AEE5811FA2E}"/>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3" name="Freeform: Shape 31">
              <a:extLst>
                <a:ext uri="{FF2B5EF4-FFF2-40B4-BE49-F238E27FC236}">
                  <a16:creationId xmlns:a16="http://schemas.microsoft.com/office/drawing/2014/main" id="{2893FA0E-298F-E430-DE70-BCB27D63E8D4}"/>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4" name="Freeform: Shape 32">
              <a:extLst>
                <a:ext uri="{FF2B5EF4-FFF2-40B4-BE49-F238E27FC236}">
                  <a16:creationId xmlns:a16="http://schemas.microsoft.com/office/drawing/2014/main" id="{0AD0520A-0104-0508-5ED2-4075C4511E26}"/>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5" name="Freeform: Shape 33">
              <a:extLst>
                <a:ext uri="{FF2B5EF4-FFF2-40B4-BE49-F238E27FC236}">
                  <a16:creationId xmlns:a16="http://schemas.microsoft.com/office/drawing/2014/main" id="{BE7B16ED-19F0-6389-6E29-45ECE06CA989}"/>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6" name="Freeform: Shape 34">
              <a:extLst>
                <a:ext uri="{FF2B5EF4-FFF2-40B4-BE49-F238E27FC236}">
                  <a16:creationId xmlns:a16="http://schemas.microsoft.com/office/drawing/2014/main" id="{0C190DCB-B21E-1BDD-ED79-D425F8B6FBE8}"/>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7" name="Freeform: Shape 35">
              <a:extLst>
                <a:ext uri="{FF2B5EF4-FFF2-40B4-BE49-F238E27FC236}">
                  <a16:creationId xmlns:a16="http://schemas.microsoft.com/office/drawing/2014/main" id="{3D029939-93A6-3FA6-929A-03A59FEE5C69}"/>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8" name="Freeform: Shape 36">
              <a:extLst>
                <a:ext uri="{FF2B5EF4-FFF2-40B4-BE49-F238E27FC236}">
                  <a16:creationId xmlns:a16="http://schemas.microsoft.com/office/drawing/2014/main" id="{31BC246D-07CB-7747-B4C6-99E85A507A7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9" name="Freeform: Shape 37">
              <a:extLst>
                <a:ext uri="{FF2B5EF4-FFF2-40B4-BE49-F238E27FC236}">
                  <a16:creationId xmlns:a16="http://schemas.microsoft.com/office/drawing/2014/main" id="{8BD313A2-A936-05CC-23CA-8AE49494A445}"/>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80" name="Freeform: Shape 38">
              <a:extLst>
                <a:ext uri="{FF2B5EF4-FFF2-40B4-BE49-F238E27FC236}">
                  <a16:creationId xmlns:a16="http://schemas.microsoft.com/office/drawing/2014/main" id="{483010CB-B841-DE7F-24BB-D1BF2A464515}"/>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84" name="TextBox 83">
            <a:extLst>
              <a:ext uri="{FF2B5EF4-FFF2-40B4-BE49-F238E27FC236}">
                <a16:creationId xmlns:a16="http://schemas.microsoft.com/office/drawing/2014/main" id="{79E3BD9F-7349-3560-115D-A1F66027FB00}"/>
              </a:ext>
            </a:extLst>
          </p:cNvPr>
          <p:cNvSpPr txBox="1"/>
          <p:nvPr/>
        </p:nvSpPr>
        <p:spPr>
          <a:xfrm>
            <a:off x="11796280" y="6256621"/>
            <a:ext cx="211514" cy="369332"/>
          </a:xfrm>
          <a:prstGeom prst="rect">
            <a:avLst/>
          </a:prstGeom>
          <a:noFill/>
        </p:spPr>
        <p:txBody>
          <a:bodyPr wrap="square">
            <a:spAutoFit/>
          </a:bodyPr>
          <a:lstStyle/>
          <a:p>
            <a:fld id="{38A635C9-4A98-4745-BD96-9D0E32025E69}" type="slidenum">
              <a:rPr lang="en-IN" smtClean="0"/>
              <a:pPr/>
              <a:t>9</a:t>
            </a:fld>
            <a:endParaRPr lang="en-IN" dirty="0"/>
          </a:p>
        </p:txBody>
      </p:sp>
      <p:sp>
        <p:nvSpPr>
          <p:cNvPr id="85" name="Rectangle 84">
            <a:extLst>
              <a:ext uri="{FF2B5EF4-FFF2-40B4-BE49-F238E27FC236}">
                <a16:creationId xmlns:a16="http://schemas.microsoft.com/office/drawing/2014/main" id="{6AB92064-200D-5BD3-903D-D2EB054F9A22}"/>
              </a:ext>
            </a:extLst>
          </p:cNvPr>
          <p:cNvSpPr/>
          <p:nvPr/>
        </p:nvSpPr>
        <p:spPr>
          <a:xfrm>
            <a:off x="11799489" y="6193544"/>
            <a:ext cx="295508" cy="3693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a:t>
            </a:r>
            <a:endParaRPr lang="en-IN" dirty="0"/>
          </a:p>
        </p:txBody>
      </p:sp>
      <p:pic>
        <p:nvPicPr>
          <p:cNvPr id="82" name="Picture 81">
            <a:extLst>
              <a:ext uri="{FF2B5EF4-FFF2-40B4-BE49-F238E27FC236}">
                <a16:creationId xmlns:a16="http://schemas.microsoft.com/office/drawing/2014/main" id="{AF0361C4-0592-89DC-034A-99B375D381CA}"/>
              </a:ext>
            </a:extLst>
          </p:cNvPr>
          <p:cNvPicPr>
            <a:picLocks noChangeAspect="1"/>
          </p:cNvPicPr>
          <p:nvPr/>
        </p:nvPicPr>
        <p:blipFill>
          <a:blip r:embed="rId3"/>
          <a:stretch>
            <a:fillRect/>
          </a:stretch>
        </p:blipFill>
        <p:spPr>
          <a:xfrm>
            <a:off x="925989" y="2593571"/>
            <a:ext cx="5293293" cy="2840540"/>
          </a:xfrm>
          <a:prstGeom prst="rect">
            <a:avLst/>
          </a:prstGeom>
        </p:spPr>
      </p:pic>
      <p:pic>
        <p:nvPicPr>
          <p:cNvPr id="86" name="Picture 85">
            <a:extLst>
              <a:ext uri="{FF2B5EF4-FFF2-40B4-BE49-F238E27FC236}">
                <a16:creationId xmlns:a16="http://schemas.microsoft.com/office/drawing/2014/main" id="{2735F925-F511-E17B-9EEE-C314B28E2329}"/>
              </a:ext>
            </a:extLst>
          </p:cNvPr>
          <p:cNvPicPr>
            <a:picLocks noChangeAspect="1"/>
          </p:cNvPicPr>
          <p:nvPr/>
        </p:nvPicPr>
        <p:blipFill>
          <a:blip r:embed="rId4"/>
          <a:stretch>
            <a:fillRect/>
          </a:stretch>
        </p:blipFill>
        <p:spPr>
          <a:xfrm>
            <a:off x="6219282" y="2449938"/>
            <a:ext cx="5354488" cy="2961951"/>
          </a:xfrm>
          <a:prstGeom prst="rect">
            <a:avLst/>
          </a:prstGeom>
        </p:spPr>
      </p:pic>
    </p:spTree>
    <p:extLst>
      <p:ext uri="{BB962C8B-B14F-4D97-AF65-F5344CB8AC3E}">
        <p14:creationId xmlns:p14="http://schemas.microsoft.com/office/powerpoint/2010/main" val="672689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1E540-F553-659B-3427-E9DB6B76647A}"/>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F0981E1F-53D6-5092-6773-3106A684B5C5}"/>
              </a:ext>
            </a:extLst>
          </p:cNvPr>
          <p:cNvGrpSpPr/>
          <p:nvPr/>
        </p:nvGrpSpPr>
        <p:grpSpPr>
          <a:xfrm>
            <a:off x="45343" y="6149703"/>
            <a:ext cx="12098172" cy="476250"/>
            <a:chOff x="0" y="6381750"/>
            <a:chExt cx="12192000" cy="476250"/>
          </a:xfrm>
          <a:solidFill>
            <a:srgbClr val="C00000"/>
          </a:solidFill>
        </p:grpSpPr>
        <p:sp>
          <p:nvSpPr>
            <p:cNvPr id="8" name="Rectangle 7">
              <a:extLst>
                <a:ext uri="{FF2B5EF4-FFF2-40B4-BE49-F238E27FC236}">
                  <a16:creationId xmlns:a16="http://schemas.microsoft.com/office/drawing/2014/main" id="{8516324A-FE62-AA80-D659-680B6C15D0E6}"/>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9" name="Group 8">
              <a:extLst>
                <a:ext uri="{FF2B5EF4-FFF2-40B4-BE49-F238E27FC236}">
                  <a16:creationId xmlns:a16="http://schemas.microsoft.com/office/drawing/2014/main" id="{B3F5D904-DA1B-A898-85D5-EC89BD8EC4B5}"/>
                </a:ext>
              </a:extLst>
            </p:cNvPr>
            <p:cNvGrpSpPr/>
            <p:nvPr/>
          </p:nvGrpSpPr>
          <p:grpSpPr>
            <a:xfrm>
              <a:off x="160089" y="6467143"/>
              <a:ext cx="4087748" cy="273466"/>
              <a:chOff x="4366684" y="2926127"/>
              <a:chExt cx="3278335" cy="2571063"/>
            </a:xfrm>
            <a:grpFill/>
          </p:grpSpPr>
          <p:sp>
            <p:nvSpPr>
              <p:cNvPr id="10" name="Freeform: Shape 4">
                <a:extLst>
                  <a:ext uri="{FF2B5EF4-FFF2-40B4-BE49-F238E27FC236}">
                    <a16:creationId xmlns:a16="http://schemas.microsoft.com/office/drawing/2014/main" id="{21E1521D-CFD9-B722-9A2F-6B68326B2BE1}"/>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 name="Freeform: Shape 5">
                <a:extLst>
                  <a:ext uri="{FF2B5EF4-FFF2-40B4-BE49-F238E27FC236}">
                    <a16:creationId xmlns:a16="http://schemas.microsoft.com/office/drawing/2014/main" id="{3ACA9BEA-6C60-C7D9-5110-0A9486C4A6CD}"/>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 name="Freeform: Shape 6">
                <a:extLst>
                  <a:ext uri="{FF2B5EF4-FFF2-40B4-BE49-F238E27FC236}">
                    <a16:creationId xmlns:a16="http://schemas.microsoft.com/office/drawing/2014/main" id="{DD14672C-C091-C923-1964-96BDF6B894C5}"/>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3" name="Freeform: Shape 7">
                <a:extLst>
                  <a:ext uri="{FF2B5EF4-FFF2-40B4-BE49-F238E27FC236}">
                    <a16:creationId xmlns:a16="http://schemas.microsoft.com/office/drawing/2014/main" id="{5395B37C-EBF3-9479-EE7C-9CBC59F5EFA8}"/>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4" name="Freeform: Shape 8">
                <a:extLst>
                  <a:ext uri="{FF2B5EF4-FFF2-40B4-BE49-F238E27FC236}">
                    <a16:creationId xmlns:a16="http://schemas.microsoft.com/office/drawing/2014/main" id="{9A9116E4-F95A-3E2B-8F8F-9B16AB626F1B}"/>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5" name="Freeform: Shape 9">
                <a:extLst>
                  <a:ext uri="{FF2B5EF4-FFF2-40B4-BE49-F238E27FC236}">
                    <a16:creationId xmlns:a16="http://schemas.microsoft.com/office/drawing/2014/main" id="{B6B5C152-93E4-5138-9E13-B0B295868698}"/>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6" name="Freeform: Shape 10">
                <a:extLst>
                  <a:ext uri="{FF2B5EF4-FFF2-40B4-BE49-F238E27FC236}">
                    <a16:creationId xmlns:a16="http://schemas.microsoft.com/office/drawing/2014/main" id="{97E1AA4F-9BDD-A119-441A-95763125FB08}"/>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7" name="Freeform: Shape 11">
                <a:extLst>
                  <a:ext uri="{FF2B5EF4-FFF2-40B4-BE49-F238E27FC236}">
                    <a16:creationId xmlns:a16="http://schemas.microsoft.com/office/drawing/2014/main" id="{429A4EE6-1936-41A7-0DED-C2C5980BAA71}"/>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8" name="Freeform: Shape 12">
                <a:extLst>
                  <a:ext uri="{FF2B5EF4-FFF2-40B4-BE49-F238E27FC236}">
                    <a16:creationId xmlns:a16="http://schemas.microsoft.com/office/drawing/2014/main" id="{AF47D546-829F-454C-30E3-61536D9C7D8B}"/>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9" name="Freeform: Shape 13">
                <a:extLst>
                  <a:ext uri="{FF2B5EF4-FFF2-40B4-BE49-F238E27FC236}">
                    <a16:creationId xmlns:a16="http://schemas.microsoft.com/office/drawing/2014/main" id="{64301E49-BFA9-298E-4DDA-69C6C2179DF7}"/>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0" name="Freeform: Shape 14">
                <a:extLst>
                  <a:ext uri="{FF2B5EF4-FFF2-40B4-BE49-F238E27FC236}">
                    <a16:creationId xmlns:a16="http://schemas.microsoft.com/office/drawing/2014/main" id="{FCFEE6E0-284C-37F2-6B11-93CCD4DC7594}"/>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1" name="Freeform: Shape 15">
                <a:extLst>
                  <a:ext uri="{FF2B5EF4-FFF2-40B4-BE49-F238E27FC236}">
                    <a16:creationId xmlns:a16="http://schemas.microsoft.com/office/drawing/2014/main" id="{3635A71C-7DAA-AB6E-FBCC-0934A74E5946}"/>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2" name="Freeform: Shape 16">
                <a:extLst>
                  <a:ext uri="{FF2B5EF4-FFF2-40B4-BE49-F238E27FC236}">
                    <a16:creationId xmlns:a16="http://schemas.microsoft.com/office/drawing/2014/main" id="{053A3F4C-C412-44A8-D3B1-BB9E8D6308E8}"/>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3" name="Freeform: Shape 17">
                <a:extLst>
                  <a:ext uri="{FF2B5EF4-FFF2-40B4-BE49-F238E27FC236}">
                    <a16:creationId xmlns:a16="http://schemas.microsoft.com/office/drawing/2014/main" id="{0E37F0A9-88F9-DB3C-7E9C-721A0B502747}"/>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4" name="Freeform: Shape 18">
                <a:extLst>
                  <a:ext uri="{FF2B5EF4-FFF2-40B4-BE49-F238E27FC236}">
                    <a16:creationId xmlns:a16="http://schemas.microsoft.com/office/drawing/2014/main" id="{4CEED365-CA61-18DF-26D3-AA24465AA20C}"/>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5" name="Freeform: Shape 19">
                <a:extLst>
                  <a:ext uri="{FF2B5EF4-FFF2-40B4-BE49-F238E27FC236}">
                    <a16:creationId xmlns:a16="http://schemas.microsoft.com/office/drawing/2014/main" id="{2740F656-1538-A640-0492-E0702D4BDD94}"/>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6" name="Freeform: Shape 20">
                <a:extLst>
                  <a:ext uri="{FF2B5EF4-FFF2-40B4-BE49-F238E27FC236}">
                    <a16:creationId xmlns:a16="http://schemas.microsoft.com/office/drawing/2014/main" id="{8BA489A4-E02B-2410-97C4-AD28BC1F8EF1}"/>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7" name="Freeform: Shape 21">
                <a:extLst>
                  <a:ext uri="{FF2B5EF4-FFF2-40B4-BE49-F238E27FC236}">
                    <a16:creationId xmlns:a16="http://schemas.microsoft.com/office/drawing/2014/main" id="{B34AFB6C-8AE1-5235-F9A2-DE2B87D39033}"/>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8" name="Freeform: Shape 22">
                <a:extLst>
                  <a:ext uri="{FF2B5EF4-FFF2-40B4-BE49-F238E27FC236}">
                    <a16:creationId xmlns:a16="http://schemas.microsoft.com/office/drawing/2014/main" id="{3602C195-BC37-23D0-FCDE-EB9973AF1627}"/>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9" name="Freeform: Shape 23">
                <a:extLst>
                  <a:ext uri="{FF2B5EF4-FFF2-40B4-BE49-F238E27FC236}">
                    <a16:creationId xmlns:a16="http://schemas.microsoft.com/office/drawing/2014/main" id="{60C84EA6-1744-2922-53F7-2A42239164F1}"/>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0" name="Freeform: Shape 24">
                <a:extLst>
                  <a:ext uri="{FF2B5EF4-FFF2-40B4-BE49-F238E27FC236}">
                    <a16:creationId xmlns:a16="http://schemas.microsoft.com/office/drawing/2014/main" id="{9F91E70E-5B58-EA59-9F79-A19707977E1B}"/>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1" name="Freeform: Shape 25">
                <a:extLst>
                  <a:ext uri="{FF2B5EF4-FFF2-40B4-BE49-F238E27FC236}">
                    <a16:creationId xmlns:a16="http://schemas.microsoft.com/office/drawing/2014/main" id="{0B6EFB87-CB46-AAF1-3726-604EF21938EC}"/>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2" name="Freeform: Shape 26">
                <a:extLst>
                  <a:ext uri="{FF2B5EF4-FFF2-40B4-BE49-F238E27FC236}">
                    <a16:creationId xmlns:a16="http://schemas.microsoft.com/office/drawing/2014/main" id="{915BB84C-D631-E221-B5AA-6D64C07DA7CB}"/>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3" name="Freeform: Shape 27">
                <a:extLst>
                  <a:ext uri="{FF2B5EF4-FFF2-40B4-BE49-F238E27FC236}">
                    <a16:creationId xmlns:a16="http://schemas.microsoft.com/office/drawing/2014/main" id="{C8F1BD92-41B3-E6DB-EE3E-20E63197F3C7}"/>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4" name="Freeform: Shape 28">
                <a:extLst>
                  <a:ext uri="{FF2B5EF4-FFF2-40B4-BE49-F238E27FC236}">
                    <a16:creationId xmlns:a16="http://schemas.microsoft.com/office/drawing/2014/main" id="{47FF810D-51D2-CD28-EA32-68A0D2720861}"/>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5" name="Freeform: Shape 29">
                <a:extLst>
                  <a:ext uri="{FF2B5EF4-FFF2-40B4-BE49-F238E27FC236}">
                    <a16:creationId xmlns:a16="http://schemas.microsoft.com/office/drawing/2014/main" id="{268809D9-BA16-C899-484A-E1122BAFA55A}"/>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6" name="Freeform: Shape 30">
                <a:extLst>
                  <a:ext uri="{FF2B5EF4-FFF2-40B4-BE49-F238E27FC236}">
                    <a16:creationId xmlns:a16="http://schemas.microsoft.com/office/drawing/2014/main" id="{CECDF952-DABE-7AB5-1B95-2811B740B462}"/>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7" name="Freeform: Shape 31">
                <a:extLst>
                  <a:ext uri="{FF2B5EF4-FFF2-40B4-BE49-F238E27FC236}">
                    <a16:creationId xmlns:a16="http://schemas.microsoft.com/office/drawing/2014/main" id="{4B74119E-CB70-1090-09B7-8701B9CC064F}"/>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8" name="Freeform: Shape 32">
                <a:extLst>
                  <a:ext uri="{FF2B5EF4-FFF2-40B4-BE49-F238E27FC236}">
                    <a16:creationId xmlns:a16="http://schemas.microsoft.com/office/drawing/2014/main" id="{B631F644-9AAC-75E8-DA9A-0440996AD84D}"/>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9" name="Freeform: Shape 33">
                <a:extLst>
                  <a:ext uri="{FF2B5EF4-FFF2-40B4-BE49-F238E27FC236}">
                    <a16:creationId xmlns:a16="http://schemas.microsoft.com/office/drawing/2014/main" id="{8ED6CD56-3B90-CBC4-D052-112136498882}"/>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0" name="Freeform: Shape 34">
                <a:extLst>
                  <a:ext uri="{FF2B5EF4-FFF2-40B4-BE49-F238E27FC236}">
                    <a16:creationId xmlns:a16="http://schemas.microsoft.com/office/drawing/2014/main" id="{7257DDCA-E5CD-8479-C12D-88AE8FAB7912}"/>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1" name="Freeform: Shape 35">
                <a:extLst>
                  <a:ext uri="{FF2B5EF4-FFF2-40B4-BE49-F238E27FC236}">
                    <a16:creationId xmlns:a16="http://schemas.microsoft.com/office/drawing/2014/main" id="{C47F0DE1-2DF7-B82B-B394-D03AC29843FB}"/>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2" name="Freeform: Shape 36">
                <a:extLst>
                  <a:ext uri="{FF2B5EF4-FFF2-40B4-BE49-F238E27FC236}">
                    <a16:creationId xmlns:a16="http://schemas.microsoft.com/office/drawing/2014/main" id="{7CC5DB98-8B10-014F-1CE8-F76DFC13A9E9}"/>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3" name="Freeform: Shape 37">
                <a:extLst>
                  <a:ext uri="{FF2B5EF4-FFF2-40B4-BE49-F238E27FC236}">
                    <a16:creationId xmlns:a16="http://schemas.microsoft.com/office/drawing/2014/main" id="{F656BAC6-80D8-7E7E-21C7-0D86EAED98C6}"/>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4" name="Freeform: Shape 38">
                <a:extLst>
                  <a:ext uri="{FF2B5EF4-FFF2-40B4-BE49-F238E27FC236}">
                    <a16:creationId xmlns:a16="http://schemas.microsoft.com/office/drawing/2014/main" id="{80F8A4CF-A0A4-1093-D045-0AC106E65BA4}"/>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4" name="Group 3">
            <a:extLst>
              <a:ext uri="{FF2B5EF4-FFF2-40B4-BE49-F238E27FC236}">
                <a16:creationId xmlns:a16="http://schemas.microsoft.com/office/drawing/2014/main" id="{8317603A-125D-A7F6-A2D7-C1100F570677}"/>
              </a:ext>
            </a:extLst>
          </p:cNvPr>
          <p:cNvGrpSpPr/>
          <p:nvPr/>
        </p:nvGrpSpPr>
        <p:grpSpPr>
          <a:xfrm>
            <a:off x="4406192" y="6117537"/>
            <a:ext cx="7369479" cy="465286"/>
            <a:chOff x="4817758" y="6382984"/>
            <a:chExt cx="7369479" cy="465286"/>
          </a:xfrm>
        </p:grpSpPr>
        <p:sp>
          <p:nvSpPr>
            <p:cNvPr id="5" name="Rectangle 4">
              <a:extLst>
                <a:ext uri="{FF2B5EF4-FFF2-40B4-BE49-F238E27FC236}">
                  <a16:creationId xmlns:a16="http://schemas.microsoft.com/office/drawing/2014/main" id="{F2B43CA7-7370-1729-D0AF-CFFAA5208B3D}"/>
                </a:ext>
              </a:extLst>
            </p:cNvPr>
            <p:cNvSpPr/>
            <p:nvPr/>
          </p:nvSpPr>
          <p:spPr>
            <a:xfrm>
              <a:off x="4817758" y="6382984"/>
              <a:ext cx="7369479" cy="4652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6" name="Picture 5">
              <a:extLst>
                <a:ext uri="{FF2B5EF4-FFF2-40B4-BE49-F238E27FC236}">
                  <a16:creationId xmlns:a16="http://schemas.microsoft.com/office/drawing/2014/main" id="{6BBC9C68-98F6-795E-98DE-4D7297E50C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3655" y="6397831"/>
              <a:ext cx="7281503" cy="417465"/>
            </a:xfrm>
            <a:prstGeom prst="rect">
              <a:avLst/>
            </a:prstGeom>
            <a:ln>
              <a:solidFill>
                <a:schemeClr val="bg1"/>
              </a:solidFill>
            </a:ln>
          </p:spPr>
        </p:pic>
      </p:grpSp>
      <p:grpSp>
        <p:nvGrpSpPr>
          <p:cNvPr id="45" name="Group 44">
            <a:extLst>
              <a:ext uri="{FF2B5EF4-FFF2-40B4-BE49-F238E27FC236}">
                <a16:creationId xmlns:a16="http://schemas.microsoft.com/office/drawing/2014/main" id="{8A4CFB13-41A0-15F5-587C-8BC8E920052D}"/>
              </a:ext>
            </a:extLst>
          </p:cNvPr>
          <p:cNvGrpSpPr/>
          <p:nvPr/>
        </p:nvGrpSpPr>
        <p:grpSpPr>
          <a:xfrm>
            <a:off x="97003" y="6193544"/>
            <a:ext cx="4247655" cy="273466"/>
            <a:chOff x="4366684" y="2926127"/>
            <a:chExt cx="3278335" cy="2571063"/>
          </a:xfrm>
        </p:grpSpPr>
        <p:sp>
          <p:nvSpPr>
            <p:cNvPr id="46" name="Freeform: Shape 4">
              <a:extLst>
                <a:ext uri="{FF2B5EF4-FFF2-40B4-BE49-F238E27FC236}">
                  <a16:creationId xmlns:a16="http://schemas.microsoft.com/office/drawing/2014/main" id="{4558A027-40DF-90C5-CCF7-3D717B540C5F}"/>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7" name="Freeform: Shape 5">
              <a:extLst>
                <a:ext uri="{FF2B5EF4-FFF2-40B4-BE49-F238E27FC236}">
                  <a16:creationId xmlns:a16="http://schemas.microsoft.com/office/drawing/2014/main" id="{178F0D71-4C64-6BBB-12AE-42BE2EFAF31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8" name="Freeform: Shape 6">
              <a:extLst>
                <a:ext uri="{FF2B5EF4-FFF2-40B4-BE49-F238E27FC236}">
                  <a16:creationId xmlns:a16="http://schemas.microsoft.com/office/drawing/2014/main" id="{4B40C175-CD56-5DBB-CBD8-F6EDC9BD4E80}"/>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9" name="Freeform: Shape 7">
              <a:extLst>
                <a:ext uri="{FF2B5EF4-FFF2-40B4-BE49-F238E27FC236}">
                  <a16:creationId xmlns:a16="http://schemas.microsoft.com/office/drawing/2014/main" id="{E9E29E07-A2CD-4677-3334-AD13A12D42EF}"/>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0" name="Freeform: Shape 8">
              <a:extLst>
                <a:ext uri="{FF2B5EF4-FFF2-40B4-BE49-F238E27FC236}">
                  <a16:creationId xmlns:a16="http://schemas.microsoft.com/office/drawing/2014/main" id="{2B5BDF7D-2604-046E-CCAE-0DEB8340C193}"/>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1" name="Freeform: Shape 9">
              <a:extLst>
                <a:ext uri="{FF2B5EF4-FFF2-40B4-BE49-F238E27FC236}">
                  <a16:creationId xmlns:a16="http://schemas.microsoft.com/office/drawing/2014/main" id="{82D2C140-682C-79EB-A036-8DAB614E604E}"/>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2" name="Freeform: Shape 10">
              <a:extLst>
                <a:ext uri="{FF2B5EF4-FFF2-40B4-BE49-F238E27FC236}">
                  <a16:creationId xmlns:a16="http://schemas.microsoft.com/office/drawing/2014/main" id="{35CBC49C-2E8E-60FC-531A-6CE55A521A4E}"/>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3" name="Freeform: Shape 11">
              <a:extLst>
                <a:ext uri="{FF2B5EF4-FFF2-40B4-BE49-F238E27FC236}">
                  <a16:creationId xmlns:a16="http://schemas.microsoft.com/office/drawing/2014/main" id="{AF0888D8-5AE8-F967-582B-00FE1147F07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4" name="Freeform: Shape 12">
              <a:extLst>
                <a:ext uri="{FF2B5EF4-FFF2-40B4-BE49-F238E27FC236}">
                  <a16:creationId xmlns:a16="http://schemas.microsoft.com/office/drawing/2014/main" id="{BC46BE60-2A7E-4531-7BCE-1B8601D90DC6}"/>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5" name="Freeform: Shape 13">
              <a:extLst>
                <a:ext uri="{FF2B5EF4-FFF2-40B4-BE49-F238E27FC236}">
                  <a16:creationId xmlns:a16="http://schemas.microsoft.com/office/drawing/2014/main" id="{BAF0A7ED-C5C2-90F6-CBD4-C015BB629B1E}"/>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6" name="Freeform: Shape 14">
              <a:extLst>
                <a:ext uri="{FF2B5EF4-FFF2-40B4-BE49-F238E27FC236}">
                  <a16:creationId xmlns:a16="http://schemas.microsoft.com/office/drawing/2014/main" id="{7DBDF101-42C1-653C-77F2-704A5A736259}"/>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7" name="Freeform: Shape 15">
              <a:extLst>
                <a:ext uri="{FF2B5EF4-FFF2-40B4-BE49-F238E27FC236}">
                  <a16:creationId xmlns:a16="http://schemas.microsoft.com/office/drawing/2014/main" id="{011897ED-5C05-849E-35EE-707FEBAF989A}"/>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8" name="Freeform: Shape 16">
              <a:extLst>
                <a:ext uri="{FF2B5EF4-FFF2-40B4-BE49-F238E27FC236}">
                  <a16:creationId xmlns:a16="http://schemas.microsoft.com/office/drawing/2014/main" id="{0BED281D-CF29-B6B4-861A-27E72439372A}"/>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9" name="Freeform: Shape 17">
              <a:extLst>
                <a:ext uri="{FF2B5EF4-FFF2-40B4-BE49-F238E27FC236}">
                  <a16:creationId xmlns:a16="http://schemas.microsoft.com/office/drawing/2014/main" id="{06CC21D3-A752-373B-FF47-470D30B06EB7}"/>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0" name="Freeform: Shape 18">
              <a:extLst>
                <a:ext uri="{FF2B5EF4-FFF2-40B4-BE49-F238E27FC236}">
                  <a16:creationId xmlns:a16="http://schemas.microsoft.com/office/drawing/2014/main" id="{1FFD2897-A799-F183-B5EA-BCFFB16AD968}"/>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1" name="Freeform: Shape 19">
              <a:extLst>
                <a:ext uri="{FF2B5EF4-FFF2-40B4-BE49-F238E27FC236}">
                  <a16:creationId xmlns:a16="http://schemas.microsoft.com/office/drawing/2014/main" id="{AD1F7226-735D-6348-5E4E-DB8397264B0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2" name="Freeform: Shape 20">
              <a:extLst>
                <a:ext uri="{FF2B5EF4-FFF2-40B4-BE49-F238E27FC236}">
                  <a16:creationId xmlns:a16="http://schemas.microsoft.com/office/drawing/2014/main" id="{F880FEA0-6FE6-D29D-9119-7D08DCADF899}"/>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3" name="Freeform: Shape 21">
              <a:extLst>
                <a:ext uri="{FF2B5EF4-FFF2-40B4-BE49-F238E27FC236}">
                  <a16:creationId xmlns:a16="http://schemas.microsoft.com/office/drawing/2014/main" id="{50439B86-9A08-1214-798D-ECD50BF77813}"/>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4" name="Freeform: Shape 22">
              <a:extLst>
                <a:ext uri="{FF2B5EF4-FFF2-40B4-BE49-F238E27FC236}">
                  <a16:creationId xmlns:a16="http://schemas.microsoft.com/office/drawing/2014/main" id="{09FC5292-BE11-67EB-F927-E5E2600DB337}"/>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5" name="Freeform: Shape 23">
              <a:extLst>
                <a:ext uri="{FF2B5EF4-FFF2-40B4-BE49-F238E27FC236}">
                  <a16:creationId xmlns:a16="http://schemas.microsoft.com/office/drawing/2014/main" id="{11153644-2033-EA24-82F5-635F673FFB13}"/>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6" name="Freeform: Shape 24">
              <a:extLst>
                <a:ext uri="{FF2B5EF4-FFF2-40B4-BE49-F238E27FC236}">
                  <a16:creationId xmlns:a16="http://schemas.microsoft.com/office/drawing/2014/main" id="{75FBBD22-A63C-49AF-A6C1-89BFE78AC107}"/>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7" name="Freeform: Shape 25">
              <a:extLst>
                <a:ext uri="{FF2B5EF4-FFF2-40B4-BE49-F238E27FC236}">
                  <a16:creationId xmlns:a16="http://schemas.microsoft.com/office/drawing/2014/main" id="{EC18B616-5049-01DF-7D9E-D4B1EA335172}"/>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8" name="Freeform: Shape 26">
              <a:extLst>
                <a:ext uri="{FF2B5EF4-FFF2-40B4-BE49-F238E27FC236}">
                  <a16:creationId xmlns:a16="http://schemas.microsoft.com/office/drawing/2014/main" id="{0742575C-0C31-8862-A793-F952EBC5553E}"/>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9" name="Freeform: Shape 27">
              <a:extLst>
                <a:ext uri="{FF2B5EF4-FFF2-40B4-BE49-F238E27FC236}">
                  <a16:creationId xmlns:a16="http://schemas.microsoft.com/office/drawing/2014/main" id="{FCD4A538-B19C-8CB9-E345-0940CF64F0F4}"/>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0" name="Freeform: Shape 28">
              <a:extLst>
                <a:ext uri="{FF2B5EF4-FFF2-40B4-BE49-F238E27FC236}">
                  <a16:creationId xmlns:a16="http://schemas.microsoft.com/office/drawing/2014/main" id="{30CC1FE4-4E0A-1591-287F-F7C1AAD7477B}"/>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1" name="Freeform: Shape 29">
              <a:extLst>
                <a:ext uri="{FF2B5EF4-FFF2-40B4-BE49-F238E27FC236}">
                  <a16:creationId xmlns:a16="http://schemas.microsoft.com/office/drawing/2014/main" id="{F4F64A04-9F7D-C00D-1449-F75D53E33C4B}"/>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2" name="Freeform: Shape 30">
              <a:extLst>
                <a:ext uri="{FF2B5EF4-FFF2-40B4-BE49-F238E27FC236}">
                  <a16:creationId xmlns:a16="http://schemas.microsoft.com/office/drawing/2014/main" id="{10DD75B4-CF07-0DC4-3C42-8EBA62B16D2B}"/>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3" name="Freeform: Shape 31">
              <a:extLst>
                <a:ext uri="{FF2B5EF4-FFF2-40B4-BE49-F238E27FC236}">
                  <a16:creationId xmlns:a16="http://schemas.microsoft.com/office/drawing/2014/main" id="{77C1D980-A5F9-E451-4086-56C9E9BB10FA}"/>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4" name="Freeform: Shape 32">
              <a:extLst>
                <a:ext uri="{FF2B5EF4-FFF2-40B4-BE49-F238E27FC236}">
                  <a16:creationId xmlns:a16="http://schemas.microsoft.com/office/drawing/2014/main" id="{F431EEF2-3B88-AEE3-9CC8-192F504EFB9B}"/>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5" name="Freeform: Shape 33">
              <a:extLst>
                <a:ext uri="{FF2B5EF4-FFF2-40B4-BE49-F238E27FC236}">
                  <a16:creationId xmlns:a16="http://schemas.microsoft.com/office/drawing/2014/main" id="{25A1989C-FA7F-1DCA-1BF4-8CDCAE88FCE9}"/>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6" name="Freeform: Shape 34">
              <a:extLst>
                <a:ext uri="{FF2B5EF4-FFF2-40B4-BE49-F238E27FC236}">
                  <a16:creationId xmlns:a16="http://schemas.microsoft.com/office/drawing/2014/main" id="{89E4FA51-CC1D-797F-1EB1-6F9B6B0BCF12}"/>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7" name="Freeform: Shape 35">
              <a:extLst>
                <a:ext uri="{FF2B5EF4-FFF2-40B4-BE49-F238E27FC236}">
                  <a16:creationId xmlns:a16="http://schemas.microsoft.com/office/drawing/2014/main" id="{BA092AE3-8F56-8FD6-9F37-B645A423F260}"/>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8" name="Freeform: Shape 36">
              <a:extLst>
                <a:ext uri="{FF2B5EF4-FFF2-40B4-BE49-F238E27FC236}">
                  <a16:creationId xmlns:a16="http://schemas.microsoft.com/office/drawing/2014/main" id="{0A0F553F-0736-02C3-6405-E5BA4B5E01E7}"/>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9" name="Freeform: Shape 37">
              <a:extLst>
                <a:ext uri="{FF2B5EF4-FFF2-40B4-BE49-F238E27FC236}">
                  <a16:creationId xmlns:a16="http://schemas.microsoft.com/office/drawing/2014/main" id="{7645ACBA-BE4C-9F60-9657-CD4A73BA6D38}"/>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80" name="Freeform: Shape 38">
              <a:extLst>
                <a:ext uri="{FF2B5EF4-FFF2-40B4-BE49-F238E27FC236}">
                  <a16:creationId xmlns:a16="http://schemas.microsoft.com/office/drawing/2014/main" id="{5ECF9537-EEDF-F8FB-1ABD-A3BDA50FE36D}"/>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85" name="Rectangle 84">
            <a:extLst>
              <a:ext uri="{FF2B5EF4-FFF2-40B4-BE49-F238E27FC236}">
                <a16:creationId xmlns:a16="http://schemas.microsoft.com/office/drawing/2014/main" id="{BDCE18E1-707E-F7F3-7B0A-F70E8EFCB869}"/>
              </a:ext>
            </a:extLst>
          </p:cNvPr>
          <p:cNvSpPr/>
          <p:nvPr/>
        </p:nvSpPr>
        <p:spPr>
          <a:xfrm>
            <a:off x="11799489" y="6193544"/>
            <a:ext cx="278041" cy="3693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9</a:t>
            </a:r>
            <a:endParaRPr lang="en-IN" dirty="0"/>
          </a:p>
        </p:txBody>
      </p:sp>
      <p:sp>
        <p:nvSpPr>
          <p:cNvPr id="81" name="Rectangle 1">
            <a:extLst>
              <a:ext uri="{FF2B5EF4-FFF2-40B4-BE49-F238E27FC236}">
                <a16:creationId xmlns:a16="http://schemas.microsoft.com/office/drawing/2014/main" id="{6FCB2D6E-EB7E-7179-C0BD-A9B7AB7F13C1}"/>
              </a:ext>
            </a:extLst>
          </p:cNvPr>
          <p:cNvSpPr>
            <a:spLocks noGrp="1" noChangeArrowheads="1"/>
          </p:cNvSpPr>
          <p:nvPr>
            <p:ph type="subTitle" idx="1"/>
          </p:nvPr>
        </p:nvSpPr>
        <p:spPr bwMode="auto">
          <a:xfrm>
            <a:off x="443604" y="988991"/>
            <a:ext cx="11185901"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r>
              <a:rPr lang="en-US" b="0" i="0" u="none" strike="noStrike" baseline="0" dirty="0">
                <a:solidFill>
                  <a:srgbClr val="000000"/>
                </a:solidFill>
                <a:latin typeface="Canva Sans"/>
              </a:rPr>
              <a:t>After training the model, it is tested on a </a:t>
            </a:r>
            <a:r>
              <a:rPr lang="en-US" b="1" i="0" u="none" strike="noStrike" baseline="0" dirty="0">
                <a:solidFill>
                  <a:srgbClr val="000000"/>
                </a:solidFill>
                <a:latin typeface="Canva Sans"/>
              </a:rPr>
              <a:t>video(capstone.mp4) </a:t>
            </a:r>
            <a:r>
              <a:rPr lang="en-US" b="0" i="0" u="none" strike="noStrike" baseline="0" dirty="0">
                <a:solidFill>
                  <a:srgbClr val="000000"/>
                </a:solidFill>
                <a:latin typeface="Canva Sans"/>
              </a:rPr>
              <a:t>to verify its performance. The best-trained weights (best.pt) are used for prediction.(conf=0.25) is the Confidence threshold for detecting an object. (save=True) is used to save the detected results as output.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86" name="TextBox 85">
            <a:extLst>
              <a:ext uri="{FF2B5EF4-FFF2-40B4-BE49-F238E27FC236}">
                <a16:creationId xmlns:a16="http://schemas.microsoft.com/office/drawing/2014/main" id="{0AA8B718-45BA-51FF-5AC8-E46DCBCB3D06}"/>
              </a:ext>
            </a:extLst>
          </p:cNvPr>
          <p:cNvSpPr txBox="1"/>
          <p:nvPr/>
        </p:nvSpPr>
        <p:spPr>
          <a:xfrm>
            <a:off x="2715995" y="338966"/>
            <a:ext cx="5374936" cy="523220"/>
          </a:xfrm>
          <a:prstGeom prst="rect">
            <a:avLst/>
          </a:prstGeom>
          <a:noFill/>
        </p:spPr>
        <p:txBody>
          <a:bodyPr wrap="square">
            <a:spAutoFit/>
          </a:bodyPr>
          <a:lstStyle/>
          <a:p>
            <a:r>
              <a:rPr lang="en-IN" sz="2800" b="1" i="0" u="none" strike="noStrike" baseline="0" dirty="0">
                <a:solidFill>
                  <a:srgbClr val="000000"/>
                </a:solidFill>
                <a:latin typeface="Canva Sans"/>
              </a:rPr>
              <a:t>Model Prediction on Video</a:t>
            </a:r>
            <a:endParaRPr lang="en-IN" sz="2800" dirty="0"/>
          </a:p>
        </p:txBody>
      </p:sp>
      <p:pic>
        <p:nvPicPr>
          <p:cNvPr id="88" name="Picture 87">
            <a:extLst>
              <a:ext uri="{FF2B5EF4-FFF2-40B4-BE49-F238E27FC236}">
                <a16:creationId xmlns:a16="http://schemas.microsoft.com/office/drawing/2014/main" id="{8FBE2E2A-48FF-6230-7ECD-11B2D40DD943}"/>
              </a:ext>
            </a:extLst>
          </p:cNvPr>
          <p:cNvPicPr>
            <a:picLocks noChangeAspect="1"/>
          </p:cNvPicPr>
          <p:nvPr/>
        </p:nvPicPr>
        <p:blipFill>
          <a:blip r:embed="rId3"/>
          <a:stretch>
            <a:fillRect/>
          </a:stretch>
        </p:blipFill>
        <p:spPr>
          <a:xfrm>
            <a:off x="392656" y="2594629"/>
            <a:ext cx="8138865" cy="586791"/>
          </a:xfrm>
          <a:prstGeom prst="rect">
            <a:avLst/>
          </a:prstGeom>
        </p:spPr>
      </p:pic>
      <p:pic>
        <p:nvPicPr>
          <p:cNvPr id="90" name="Picture 89">
            <a:extLst>
              <a:ext uri="{FF2B5EF4-FFF2-40B4-BE49-F238E27FC236}">
                <a16:creationId xmlns:a16="http://schemas.microsoft.com/office/drawing/2014/main" id="{DA9B3C69-BD9C-E272-F8C6-BC48EB231042}"/>
              </a:ext>
            </a:extLst>
          </p:cNvPr>
          <p:cNvPicPr>
            <a:picLocks noChangeAspect="1"/>
          </p:cNvPicPr>
          <p:nvPr/>
        </p:nvPicPr>
        <p:blipFill>
          <a:blip r:embed="rId4"/>
          <a:srcRect t="3039"/>
          <a:stretch/>
        </p:blipFill>
        <p:spPr>
          <a:xfrm>
            <a:off x="440736" y="3209858"/>
            <a:ext cx="8096115" cy="2423315"/>
          </a:xfrm>
          <a:prstGeom prst="rect">
            <a:avLst/>
          </a:prstGeom>
        </p:spPr>
      </p:pic>
    </p:spTree>
    <p:extLst>
      <p:ext uri="{BB962C8B-B14F-4D97-AF65-F5344CB8AC3E}">
        <p14:creationId xmlns:p14="http://schemas.microsoft.com/office/powerpoint/2010/main" val="347371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940B1-1B77-6917-996E-6CD59A1DD5BD}"/>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C412890F-4B68-314A-8A9B-FBB9209FC944}"/>
              </a:ext>
            </a:extLst>
          </p:cNvPr>
          <p:cNvGrpSpPr/>
          <p:nvPr/>
        </p:nvGrpSpPr>
        <p:grpSpPr>
          <a:xfrm>
            <a:off x="45343" y="6149703"/>
            <a:ext cx="12098172" cy="476250"/>
            <a:chOff x="0" y="6381750"/>
            <a:chExt cx="12192000" cy="476250"/>
          </a:xfrm>
          <a:solidFill>
            <a:srgbClr val="C00000"/>
          </a:solidFill>
        </p:grpSpPr>
        <p:sp>
          <p:nvSpPr>
            <p:cNvPr id="8" name="Rectangle 7">
              <a:extLst>
                <a:ext uri="{FF2B5EF4-FFF2-40B4-BE49-F238E27FC236}">
                  <a16:creationId xmlns:a16="http://schemas.microsoft.com/office/drawing/2014/main" id="{58FA78B0-4C58-DBC1-1065-C13166B70031}"/>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9" name="Group 8">
              <a:extLst>
                <a:ext uri="{FF2B5EF4-FFF2-40B4-BE49-F238E27FC236}">
                  <a16:creationId xmlns:a16="http://schemas.microsoft.com/office/drawing/2014/main" id="{D839C3FA-1076-94FC-C488-F3F051A6EA9C}"/>
                </a:ext>
              </a:extLst>
            </p:cNvPr>
            <p:cNvGrpSpPr/>
            <p:nvPr/>
          </p:nvGrpSpPr>
          <p:grpSpPr>
            <a:xfrm>
              <a:off x="160089" y="6467143"/>
              <a:ext cx="4087748" cy="273466"/>
              <a:chOff x="4366684" y="2926127"/>
              <a:chExt cx="3278335" cy="2571063"/>
            </a:xfrm>
            <a:grpFill/>
          </p:grpSpPr>
          <p:sp>
            <p:nvSpPr>
              <p:cNvPr id="10" name="Freeform: Shape 4">
                <a:extLst>
                  <a:ext uri="{FF2B5EF4-FFF2-40B4-BE49-F238E27FC236}">
                    <a16:creationId xmlns:a16="http://schemas.microsoft.com/office/drawing/2014/main" id="{69831F9F-25E7-A897-02F1-F01585512884}"/>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 name="Freeform: Shape 5">
                <a:extLst>
                  <a:ext uri="{FF2B5EF4-FFF2-40B4-BE49-F238E27FC236}">
                    <a16:creationId xmlns:a16="http://schemas.microsoft.com/office/drawing/2014/main" id="{4CC28816-60EA-24FA-CA8B-8381F45EE5D0}"/>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 name="Freeform: Shape 6">
                <a:extLst>
                  <a:ext uri="{FF2B5EF4-FFF2-40B4-BE49-F238E27FC236}">
                    <a16:creationId xmlns:a16="http://schemas.microsoft.com/office/drawing/2014/main" id="{AE50615A-A290-CFD2-F4EF-2E2F52582908}"/>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3" name="Freeform: Shape 7">
                <a:extLst>
                  <a:ext uri="{FF2B5EF4-FFF2-40B4-BE49-F238E27FC236}">
                    <a16:creationId xmlns:a16="http://schemas.microsoft.com/office/drawing/2014/main" id="{E7D5A123-9E30-1612-ECF9-83B07E33A829}"/>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4" name="Freeform: Shape 8">
                <a:extLst>
                  <a:ext uri="{FF2B5EF4-FFF2-40B4-BE49-F238E27FC236}">
                    <a16:creationId xmlns:a16="http://schemas.microsoft.com/office/drawing/2014/main" id="{7D9DCF61-BB97-E9A8-D108-F74F9C2C47CE}"/>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5" name="Freeform: Shape 9">
                <a:extLst>
                  <a:ext uri="{FF2B5EF4-FFF2-40B4-BE49-F238E27FC236}">
                    <a16:creationId xmlns:a16="http://schemas.microsoft.com/office/drawing/2014/main" id="{426E9188-0DF9-AF1B-C355-6D1233B0A13A}"/>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6" name="Freeform: Shape 10">
                <a:extLst>
                  <a:ext uri="{FF2B5EF4-FFF2-40B4-BE49-F238E27FC236}">
                    <a16:creationId xmlns:a16="http://schemas.microsoft.com/office/drawing/2014/main" id="{BA3D6695-266F-398B-C758-C062F7966462}"/>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7" name="Freeform: Shape 11">
                <a:extLst>
                  <a:ext uri="{FF2B5EF4-FFF2-40B4-BE49-F238E27FC236}">
                    <a16:creationId xmlns:a16="http://schemas.microsoft.com/office/drawing/2014/main" id="{6330BD40-4B68-6C62-E799-073FF0C6974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8" name="Freeform: Shape 12">
                <a:extLst>
                  <a:ext uri="{FF2B5EF4-FFF2-40B4-BE49-F238E27FC236}">
                    <a16:creationId xmlns:a16="http://schemas.microsoft.com/office/drawing/2014/main" id="{AFA3B671-CA0F-B2DF-4B7D-2515F16E29E2}"/>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9" name="Freeform: Shape 13">
                <a:extLst>
                  <a:ext uri="{FF2B5EF4-FFF2-40B4-BE49-F238E27FC236}">
                    <a16:creationId xmlns:a16="http://schemas.microsoft.com/office/drawing/2014/main" id="{6D6A1973-BC42-A77C-AA7B-148EDEAAB772}"/>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0" name="Freeform: Shape 14">
                <a:extLst>
                  <a:ext uri="{FF2B5EF4-FFF2-40B4-BE49-F238E27FC236}">
                    <a16:creationId xmlns:a16="http://schemas.microsoft.com/office/drawing/2014/main" id="{35C58696-9E77-E9B9-373C-3005B363545C}"/>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1" name="Freeform: Shape 15">
                <a:extLst>
                  <a:ext uri="{FF2B5EF4-FFF2-40B4-BE49-F238E27FC236}">
                    <a16:creationId xmlns:a16="http://schemas.microsoft.com/office/drawing/2014/main" id="{040ED2DC-40AD-D4A2-E3FF-304AF564BFFD}"/>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2" name="Freeform: Shape 16">
                <a:extLst>
                  <a:ext uri="{FF2B5EF4-FFF2-40B4-BE49-F238E27FC236}">
                    <a16:creationId xmlns:a16="http://schemas.microsoft.com/office/drawing/2014/main" id="{D3BD66C2-EC33-A7ED-A866-C53B12D21B5C}"/>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3" name="Freeform: Shape 17">
                <a:extLst>
                  <a:ext uri="{FF2B5EF4-FFF2-40B4-BE49-F238E27FC236}">
                    <a16:creationId xmlns:a16="http://schemas.microsoft.com/office/drawing/2014/main" id="{A70CBBF8-28B0-44B6-1FC9-2DEE626AF767}"/>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4" name="Freeform: Shape 18">
                <a:extLst>
                  <a:ext uri="{FF2B5EF4-FFF2-40B4-BE49-F238E27FC236}">
                    <a16:creationId xmlns:a16="http://schemas.microsoft.com/office/drawing/2014/main" id="{53E92881-B6A4-32F0-9A13-3CABC3B582AF}"/>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5" name="Freeform: Shape 19">
                <a:extLst>
                  <a:ext uri="{FF2B5EF4-FFF2-40B4-BE49-F238E27FC236}">
                    <a16:creationId xmlns:a16="http://schemas.microsoft.com/office/drawing/2014/main" id="{EBFE66DE-90E8-1099-56AB-C510DDFA7C60}"/>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6" name="Freeform: Shape 20">
                <a:extLst>
                  <a:ext uri="{FF2B5EF4-FFF2-40B4-BE49-F238E27FC236}">
                    <a16:creationId xmlns:a16="http://schemas.microsoft.com/office/drawing/2014/main" id="{8C74B4AA-4F76-1C84-4BE2-4E0FD0B50090}"/>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7" name="Freeform: Shape 21">
                <a:extLst>
                  <a:ext uri="{FF2B5EF4-FFF2-40B4-BE49-F238E27FC236}">
                    <a16:creationId xmlns:a16="http://schemas.microsoft.com/office/drawing/2014/main" id="{73C77321-4270-56DF-40F0-CF8FCB125572}"/>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8" name="Freeform: Shape 22">
                <a:extLst>
                  <a:ext uri="{FF2B5EF4-FFF2-40B4-BE49-F238E27FC236}">
                    <a16:creationId xmlns:a16="http://schemas.microsoft.com/office/drawing/2014/main" id="{B1D19600-DF9D-C681-90A3-545E6E873F20}"/>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9" name="Freeform: Shape 23">
                <a:extLst>
                  <a:ext uri="{FF2B5EF4-FFF2-40B4-BE49-F238E27FC236}">
                    <a16:creationId xmlns:a16="http://schemas.microsoft.com/office/drawing/2014/main" id="{35D698DB-05AB-12C9-1775-2A80F79C5150}"/>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0" name="Freeform: Shape 24">
                <a:extLst>
                  <a:ext uri="{FF2B5EF4-FFF2-40B4-BE49-F238E27FC236}">
                    <a16:creationId xmlns:a16="http://schemas.microsoft.com/office/drawing/2014/main" id="{2BA39625-F834-7C0A-7F31-E6944AA3CA06}"/>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1" name="Freeform: Shape 25">
                <a:extLst>
                  <a:ext uri="{FF2B5EF4-FFF2-40B4-BE49-F238E27FC236}">
                    <a16:creationId xmlns:a16="http://schemas.microsoft.com/office/drawing/2014/main" id="{50BF2E60-6F92-7F51-27B1-B8A533830DFA}"/>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2" name="Freeform: Shape 26">
                <a:extLst>
                  <a:ext uri="{FF2B5EF4-FFF2-40B4-BE49-F238E27FC236}">
                    <a16:creationId xmlns:a16="http://schemas.microsoft.com/office/drawing/2014/main" id="{26395FB4-5DA8-C659-AC00-FB3EDAEB29C1}"/>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3" name="Freeform: Shape 27">
                <a:extLst>
                  <a:ext uri="{FF2B5EF4-FFF2-40B4-BE49-F238E27FC236}">
                    <a16:creationId xmlns:a16="http://schemas.microsoft.com/office/drawing/2014/main" id="{519B762D-2914-CBAF-D854-04F00CCF298E}"/>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4" name="Freeform: Shape 28">
                <a:extLst>
                  <a:ext uri="{FF2B5EF4-FFF2-40B4-BE49-F238E27FC236}">
                    <a16:creationId xmlns:a16="http://schemas.microsoft.com/office/drawing/2014/main" id="{C89CA637-DA8C-5D16-C238-689E1A708E1C}"/>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5" name="Freeform: Shape 29">
                <a:extLst>
                  <a:ext uri="{FF2B5EF4-FFF2-40B4-BE49-F238E27FC236}">
                    <a16:creationId xmlns:a16="http://schemas.microsoft.com/office/drawing/2014/main" id="{00C97296-DCEB-3655-5275-54D2DF334747}"/>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6" name="Freeform: Shape 30">
                <a:extLst>
                  <a:ext uri="{FF2B5EF4-FFF2-40B4-BE49-F238E27FC236}">
                    <a16:creationId xmlns:a16="http://schemas.microsoft.com/office/drawing/2014/main" id="{54FF86AF-9F3D-7D1B-DA80-888F7C9F94F8}"/>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7" name="Freeform: Shape 31">
                <a:extLst>
                  <a:ext uri="{FF2B5EF4-FFF2-40B4-BE49-F238E27FC236}">
                    <a16:creationId xmlns:a16="http://schemas.microsoft.com/office/drawing/2014/main" id="{F091F1D8-F2DA-7005-CDA7-8108DB525D96}"/>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8" name="Freeform: Shape 32">
                <a:extLst>
                  <a:ext uri="{FF2B5EF4-FFF2-40B4-BE49-F238E27FC236}">
                    <a16:creationId xmlns:a16="http://schemas.microsoft.com/office/drawing/2014/main" id="{D7BF8B90-6B1C-CCAE-BD4D-52F407BD8C4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9" name="Freeform: Shape 33">
                <a:extLst>
                  <a:ext uri="{FF2B5EF4-FFF2-40B4-BE49-F238E27FC236}">
                    <a16:creationId xmlns:a16="http://schemas.microsoft.com/office/drawing/2014/main" id="{7CB3F1BB-A083-76B8-FE6D-C7C9090D3FB3}"/>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0" name="Freeform: Shape 34">
                <a:extLst>
                  <a:ext uri="{FF2B5EF4-FFF2-40B4-BE49-F238E27FC236}">
                    <a16:creationId xmlns:a16="http://schemas.microsoft.com/office/drawing/2014/main" id="{C0B426B9-6F75-02E8-6D1A-32114B20CF38}"/>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1" name="Freeform: Shape 35">
                <a:extLst>
                  <a:ext uri="{FF2B5EF4-FFF2-40B4-BE49-F238E27FC236}">
                    <a16:creationId xmlns:a16="http://schemas.microsoft.com/office/drawing/2014/main" id="{078BE04D-10AA-0450-21A5-56A5416CB8D2}"/>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2" name="Freeform: Shape 36">
                <a:extLst>
                  <a:ext uri="{FF2B5EF4-FFF2-40B4-BE49-F238E27FC236}">
                    <a16:creationId xmlns:a16="http://schemas.microsoft.com/office/drawing/2014/main" id="{12277478-5DB2-D3D5-2145-E01B451A2484}"/>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3" name="Freeform: Shape 37">
                <a:extLst>
                  <a:ext uri="{FF2B5EF4-FFF2-40B4-BE49-F238E27FC236}">
                    <a16:creationId xmlns:a16="http://schemas.microsoft.com/office/drawing/2014/main" id="{BCF54822-A992-9E4F-0AFC-83C48E947AEA}"/>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4" name="Freeform: Shape 38">
                <a:extLst>
                  <a:ext uri="{FF2B5EF4-FFF2-40B4-BE49-F238E27FC236}">
                    <a16:creationId xmlns:a16="http://schemas.microsoft.com/office/drawing/2014/main" id="{CDACC9BD-17FC-5D06-77CA-D279D1D772AB}"/>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4" name="Group 3">
            <a:extLst>
              <a:ext uri="{FF2B5EF4-FFF2-40B4-BE49-F238E27FC236}">
                <a16:creationId xmlns:a16="http://schemas.microsoft.com/office/drawing/2014/main" id="{82DA24E7-70D9-7789-A6A3-3F6C4DB65BCC}"/>
              </a:ext>
            </a:extLst>
          </p:cNvPr>
          <p:cNvGrpSpPr/>
          <p:nvPr/>
        </p:nvGrpSpPr>
        <p:grpSpPr>
          <a:xfrm>
            <a:off x="4406192" y="6117537"/>
            <a:ext cx="7369479" cy="465286"/>
            <a:chOff x="4817758" y="6382984"/>
            <a:chExt cx="7369479" cy="465286"/>
          </a:xfrm>
        </p:grpSpPr>
        <p:sp>
          <p:nvSpPr>
            <p:cNvPr id="5" name="Rectangle 4">
              <a:extLst>
                <a:ext uri="{FF2B5EF4-FFF2-40B4-BE49-F238E27FC236}">
                  <a16:creationId xmlns:a16="http://schemas.microsoft.com/office/drawing/2014/main" id="{95CEA562-B33D-59FC-5748-4D399995E54C}"/>
                </a:ext>
              </a:extLst>
            </p:cNvPr>
            <p:cNvSpPr/>
            <p:nvPr/>
          </p:nvSpPr>
          <p:spPr>
            <a:xfrm>
              <a:off x="4817758" y="6382984"/>
              <a:ext cx="7369479" cy="4652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6" name="Picture 5">
              <a:extLst>
                <a:ext uri="{FF2B5EF4-FFF2-40B4-BE49-F238E27FC236}">
                  <a16:creationId xmlns:a16="http://schemas.microsoft.com/office/drawing/2014/main" id="{1A5C40EC-1016-0824-AD9C-767FC22648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3655" y="6397831"/>
              <a:ext cx="7281503" cy="417465"/>
            </a:xfrm>
            <a:prstGeom prst="rect">
              <a:avLst/>
            </a:prstGeom>
            <a:ln>
              <a:solidFill>
                <a:schemeClr val="bg1"/>
              </a:solidFill>
            </a:ln>
          </p:spPr>
        </p:pic>
      </p:grpSp>
      <p:grpSp>
        <p:nvGrpSpPr>
          <p:cNvPr id="45" name="Group 44">
            <a:extLst>
              <a:ext uri="{FF2B5EF4-FFF2-40B4-BE49-F238E27FC236}">
                <a16:creationId xmlns:a16="http://schemas.microsoft.com/office/drawing/2014/main" id="{5AC98C31-451D-7155-E761-410CC358E5A2}"/>
              </a:ext>
            </a:extLst>
          </p:cNvPr>
          <p:cNvGrpSpPr/>
          <p:nvPr/>
        </p:nvGrpSpPr>
        <p:grpSpPr>
          <a:xfrm>
            <a:off x="97003" y="6193544"/>
            <a:ext cx="4247655" cy="273466"/>
            <a:chOff x="4366684" y="2926127"/>
            <a:chExt cx="3278335" cy="2571063"/>
          </a:xfrm>
        </p:grpSpPr>
        <p:sp>
          <p:nvSpPr>
            <p:cNvPr id="46" name="Freeform: Shape 4">
              <a:extLst>
                <a:ext uri="{FF2B5EF4-FFF2-40B4-BE49-F238E27FC236}">
                  <a16:creationId xmlns:a16="http://schemas.microsoft.com/office/drawing/2014/main" id="{C438D17E-2578-F07E-DE82-C65348FAF10D}"/>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7" name="Freeform: Shape 5">
              <a:extLst>
                <a:ext uri="{FF2B5EF4-FFF2-40B4-BE49-F238E27FC236}">
                  <a16:creationId xmlns:a16="http://schemas.microsoft.com/office/drawing/2014/main" id="{56A06BD3-6C18-7973-17AD-6FD7280640C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8" name="Freeform: Shape 6">
              <a:extLst>
                <a:ext uri="{FF2B5EF4-FFF2-40B4-BE49-F238E27FC236}">
                  <a16:creationId xmlns:a16="http://schemas.microsoft.com/office/drawing/2014/main" id="{5160957A-89C4-4FE2-CB88-F7607B82306C}"/>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9" name="Freeform: Shape 7">
              <a:extLst>
                <a:ext uri="{FF2B5EF4-FFF2-40B4-BE49-F238E27FC236}">
                  <a16:creationId xmlns:a16="http://schemas.microsoft.com/office/drawing/2014/main" id="{FE9AA4DE-9330-F901-3130-4602F7D7696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0" name="Freeform: Shape 8">
              <a:extLst>
                <a:ext uri="{FF2B5EF4-FFF2-40B4-BE49-F238E27FC236}">
                  <a16:creationId xmlns:a16="http://schemas.microsoft.com/office/drawing/2014/main" id="{9243DF46-E0F9-76DF-4D11-6F97EA5D7A81}"/>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1" name="Freeform: Shape 9">
              <a:extLst>
                <a:ext uri="{FF2B5EF4-FFF2-40B4-BE49-F238E27FC236}">
                  <a16:creationId xmlns:a16="http://schemas.microsoft.com/office/drawing/2014/main" id="{8EF4A255-73D1-17F0-0179-FC80A6F42304}"/>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2" name="Freeform: Shape 10">
              <a:extLst>
                <a:ext uri="{FF2B5EF4-FFF2-40B4-BE49-F238E27FC236}">
                  <a16:creationId xmlns:a16="http://schemas.microsoft.com/office/drawing/2014/main" id="{04FCCD2B-C89F-0C74-B01E-EC3B78CAC8AE}"/>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3" name="Freeform: Shape 11">
              <a:extLst>
                <a:ext uri="{FF2B5EF4-FFF2-40B4-BE49-F238E27FC236}">
                  <a16:creationId xmlns:a16="http://schemas.microsoft.com/office/drawing/2014/main" id="{331C0B27-5480-139E-1E54-DABBC8432783}"/>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4" name="Freeform: Shape 12">
              <a:extLst>
                <a:ext uri="{FF2B5EF4-FFF2-40B4-BE49-F238E27FC236}">
                  <a16:creationId xmlns:a16="http://schemas.microsoft.com/office/drawing/2014/main" id="{5BFB5882-D943-2860-5C67-D2577CCD472D}"/>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5" name="Freeform: Shape 13">
              <a:extLst>
                <a:ext uri="{FF2B5EF4-FFF2-40B4-BE49-F238E27FC236}">
                  <a16:creationId xmlns:a16="http://schemas.microsoft.com/office/drawing/2014/main" id="{94D47E8C-938F-1599-EB79-A78699C4C394}"/>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6" name="Freeform: Shape 14">
              <a:extLst>
                <a:ext uri="{FF2B5EF4-FFF2-40B4-BE49-F238E27FC236}">
                  <a16:creationId xmlns:a16="http://schemas.microsoft.com/office/drawing/2014/main" id="{9AFBFCF7-18E2-20DA-A2AB-748E3C781F9E}"/>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7" name="Freeform: Shape 15">
              <a:extLst>
                <a:ext uri="{FF2B5EF4-FFF2-40B4-BE49-F238E27FC236}">
                  <a16:creationId xmlns:a16="http://schemas.microsoft.com/office/drawing/2014/main" id="{4D82E0E5-8921-B485-A7AA-814FA1D0E382}"/>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8" name="Freeform: Shape 16">
              <a:extLst>
                <a:ext uri="{FF2B5EF4-FFF2-40B4-BE49-F238E27FC236}">
                  <a16:creationId xmlns:a16="http://schemas.microsoft.com/office/drawing/2014/main" id="{2B24022E-5674-9166-3D61-96C692424172}"/>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9" name="Freeform: Shape 17">
              <a:extLst>
                <a:ext uri="{FF2B5EF4-FFF2-40B4-BE49-F238E27FC236}">
                  <a16:creationId xmlns:a16="http://schemas.microsoft.com/office/drawing/2014/main" id="{350FB7BE-83CA-536F-1BFD-621775BA513E}"/>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0" name="Freeform: Shape 18">
              <a:extLst>
                <a:ext uri="{FF2B5EF4-FFF2-40B4-BE49-F238E27FC236}">
                  <a16:creationId xmlns:a16="http://schemas.microsoft.com/office/drawing/2014/main" id="{3B1BDED5-ED61-BEC5-BAB3-BAFBD5FF1551}"/>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1" name="Freeform: Shape 19">
              <a:extLst>
                <a:ext uri="{FF2B5EF4-FFF2-40B4-BE49-F238E27FC236}">
                  <a16:creationId xmlns:a16="http://schemas.microsoft.com/office/drawing/2014/main" id="{47419799-7FDB-AFB1-CCB5-15E1C81F02C4}"/>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2" name="Freeform: Shape 20">
              <a:extLst>
                <a:ext uri="{FF2B5EF4-FFF2-40B4-BE49-F238E27FC236}">
                  <a16:creationId xmlns:a16="http://schemas.microsoft.com/office/drawing/2014/main" id="{02072DE0-F88D-AB06-C417-4772200F9144}"/>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3" name="Freeform: Shape 21">
              <a:extLst>
                <a:ext uri="{FF2B5EF4-FFF2-40B4-BE49-F238E27FC236}">
                  <a16:creationId xmlns:a16="http://schemas.microsoft.com/office/drawing/2014/main" id="{04DD331F-7DD8-E4AD-C340-068D4EC5CD0C}"/>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4" name="Freeform: Shape 22">
              <a:extLst>
                <a:ext uri="{FF2B5EF4-FFF2-40B4-BE49-F238E27FC236}">
                  <a16:creationId xmlns:a16="http://schemas.microsoft.com/office/drawing/2014/main" id="{4C30E412-8FB7-BB2A-18D6-FCC1094662FE}"/>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5" name="Freeform: Shape 23">
              <a:extLst>
                <a:ext uri="{FF2B5EF4-FFF2-40B4-BE49-F238E27FC236}">
                  <a16:creationId xmlns:a16="http://schemas.microsoft.com/office/drawing/2014/main" id="{746D55D2-A2F2-11C6-6F22-EEAE5F143C08}"/>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6" name="Freeform: Shape 24">
              <a:extLst>
                <a:ext uri="{FF2B5EF4-FFF2-40B4-BE49-F238E27FC236}">
                  <a16:creationId xmlns:a16="http://schemas.microsoft.com/office/drawing/2014/main" id="{2BC5C74D-17B6-C6E3-BFC0-E75E3EF5EFAA}"/>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7" name="Freeform: Shape 25">
              <a:extLst>
                <a:ext uri="{FF2B5EF4-FFF2-40B4-BE49-F238E27FC236}">
                  <a16:creationId xmlns:a16="http://schemas.microsoft.com/office/drawing/2014/main" id="{9811E7E8-4399-9C53-686F-B5457A1AFD0D}"/>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8" name="Freeform: Shape 26">
              <a:extLst>
                <a:ext uri="{FF2B5EF4-FFF2-40B4-BE49-F238E27FC236}">
                  <a16:creationId xmlns:a16="http://schemas.microsoft.com/office/drawing/2014/main" id="{41CCBFD1-E4A1-48CF-DBEE-B6D8E1BDBC19}"/>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9" name="Freeform: Shape 27">
              <a:extLst>
                <a:ext uri="{FF2B5EF4-FFF2-40B4-BE49-F238E27FC236}">
                  <a16:creationId xmlns:a16="http://schemas.microsoft.com/office/drawing/2014/main" id="{A2984823-BA1B-E397-61CA-953D86FF3537}"/>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0" name="Freeform: Shape 28">
              <a:extLst>
                <a:ext uri="{FF2B5EF4-FFF2-40B4-BE49-F238E27FC236}">
                  <a16:creationId xmlns:a16="http://schemas.microsoft.com/office/drawing/2014/main" id="{53740474-CCB6-00A6-21FD-9B5B53A49370}"/>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1" name="Freeform: Shape 29">
              <a:extLst>
                <a:ext uri="{FF2B5EF4-FFF2-40B4-BE49-F238E27FC236}">
                  <a16:creationId xmlns:a16="http://schemas.microsoft.com/office/drawing/2014/main" id="{AAB5D9E9-4947-BED2-3C48-13B832FA9FEA}"/>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2" name="Freeform: Shape 30">
              <a:extLst>
                <a:ext uri="{FF2B5EF4-FFF2-40B4-BE49-F238E27FC236}">
                  <a16:creationId xmlns:a16="http://schemas.microsoft.com/office/drawing/2014/main" id="{ECC9C7D2-7186-DCA5-253D-99380CFB20D4}"/>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3" name="Freeform: Shape 31">
              <a:extLst>
                <a:ext uri="{FF2B5EF4-FFF2-40B4-BE49-F238E27FC236}">
                  <a16:creationId xmlns:a16="http://schemas.microsoft.com/office/drawing/2014/main" id="{20A1E6AC-94E4-A69F-1FF8-84DAD499F2E5}"/>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4" name="Freeform: Shape 32">
              <a:extLst>
                <a:ext uri="{FF2B5EF4-FFF2-40B4-BE49-F238E27FC236}">
                  <a16:creationId xmlns:a16="http://schemas.microsoft.com/office/drawing/2014/main" id="{D4AA0F69-5CAF-3B83-92C2-38FD09832948}"/>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5" name="Freeform: Shape 33">
              <a:extLst>
                <a:ext uri="{FF2B5EF4-FFF2-40B4-BE49-F238E27FC236}">
                  <a16:creationId xmlns:a16="http://schemas.microsoft.com/office/drawing/2014/main" id="{529FFFB7-0AC4-5DCC-22BC-52219B5D3C71}"/>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6" name="Freeform: Shape 34">
              <a:extLst>
                <a:ext uri="{FF2B5EF4-FFF2-40B4-BE49-F238E27FC236}">
                  <a16:creationId xmlns:a16="http://schemas.microsoft.com/office/drawing/2014/main" id="{283B5FB1-7B03-A1EF-5C31-18645FD5B3BF}"/>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7" name="Freeform: Shape 35">
              <a:extLst>
                <a:ext uri="{FF2B5EF4-FFF2-40B4-BE49-F238E27FC236}">
                  <a16:creationId xmlns:a16="http://schemas.microsoft.com/office/drawing/2014/main" id="{95A97B24-A5A3-5566-E79D-E345488D7EFB}"/>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8" name="Freeform: Shape 36">
              <a:extLst>
                <a:ext uri="{FF2B5EF4-FFF2-40B4-BE49-F238E27FC236}">
                  <a16:creationId xmlns:a16="http://schemas.microsoft.com/office/drawing/2014/main" id="{B5EB1832-F59C-41AA-3984-1033754A0B8C}"/>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9" name="Freeform: Shape 37">
              <a:extLst>
                <a:ext uri="{FF2B5EF4-FFF2-40B4-BE49-F238E27FC236}">
                  <a16:creationId xmlns:a16="http://schemas.microsoft.com/office/drawing/2014/main" id="{99EA5C59-F663-2A38-2AE6-D54F7A834BD5}"/>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80" name="Freeform: Shape 38">
              <a:extLst>
                <a:ext uri="{FF2B5EF4-FFF2-40B4-BE49-F238E27FC236}">
                  <a16:creationId xmlns:a16="http://schemas.microsoft.com/office/drawing/2014/main" id="{7ED5DD21-76BC-10CD-D385-A30E180B009A}"/>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85" name="Rectangle 84">
            <a:extLst>
              <a:ext uri="{FF2B5EF4-FFF2-40B4-BE49-F238E27FC236}">
                <a16:creationId xmlns:a16="http://schemas.microsoft.com/office/drawing/2014/main" id="{8F516769-524B-0DB9-AF75-F33B86D2960A}"/>
              </a:ext>
            </a:extLst>
          </p:cNvPr>
          <p:cNvSpPr/>
          <p:nvPr/>
        </p:nvSpPr>
        <p:spPr>
          <a:xfrm>
            <a:off x="11775671" y="6193544"/>
            <a:ext cx="319326" cy="3693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dirty="0"/>
              <a:t>10</a:t>
            </a:r>
            <a:endParaRPr lang="en-IN" sz="1000" dirty="0"/>
          </a:p>
        </p:txBody>
      </p:sp>
      <p:sp>
        <p:nvSpPr>
          <p:cNvPr id="82" name="TextBox 81">
            <a:extLst>
              <a:ext uri="{FF2B5EF4-FFF2-40B4-BE49-F238E27FC236}">
                <a16:creationId xmlns:a16="http://schemas.microsoft.com/office/drawing/2014/main" id="{6CCEFB4C-F25C-51F9-852A-234FF04DFD73}"/>
              </a:ext>
            </a:extLst>
          </p:cNvPr>
          <p:cNvSpPr txBox="1"/>
          <p:nvPr/>
        </p:nvSpPr>
        <p:spPr>
          <a:xfrm>
            <a:off x="449481" y="308151"/>
            <a:ext cx="9177088" cy="523220"/>
          </a:xfrm>
          <a:prstGeom prst="rect">
            <a:avLst/>
          </a:prstGeom>
          <a:noFill/>
        </p:spPr>
        <p:txBody>
          <a:bodyPr wrap="square">
            <a:spAutoFit/>
          </a:bodyPr>
          <a:lstStyle/>
          <a:p>
            <a:r>
              <a:rPr lang="en-US" sz="2800" b="1" dirty="0">
                <a:solidFill>
                  <a:srgbClr val="000000"/>
                </a:solidFill>
                <a:latin typeface="Arial" panose="020B0604020202020204" pitchFamily="34" charset="0"/>
              </a:rPr>
              <a:t>                      </a:t>
            </a:r>
            <a:r>
              <a:rPr lang="en-US" sz="2800" b="1" i="0" u="none" strike="noStrike" dirty="0">
                <a:solidFill>
                  <a:srgbClr val="000000"/>
                </a:solidFill>
                <a:effectLst/>
                <a:latin typeface="Arial" panose="020B0604020202020204" pitchFamily="34" charset="0"/>
              </a:rPr>
              <a:t>Conclusion and Future Scope</a:t>
            </a:r>
            <a:endParaRPr lang="en-IN" sz="2800" b="1" dirty="0"/>
          </a:p>
        </p:txBody>
      </p:sp>
      <p:sp>
        <p:nvSpPr>
          <p:cNvPr id="3" name="TextBox 2">
            <a:extLst>
              <a:ext uri="{FF2B5EF4-FFF2-40B4-BE49-F238E27FC236}">
                <a16:creationId xmlns:a16="http://schemas.microsoft.com/office/drawing/2014/main" id="{BBED4DFF-11DB-EF13-AFFE-521E9E58FC81}"/>
              </a:ext>
            </a:extLst>
          </p:cNvPr>
          <p:cNvSpPr txBox="1"/>
          <p:nvPr/>
        </p:nvSpPr>
        <p:spPr>
          <a:xfrm>
            <a:off x="374143" y="1280861"/>
            <a:ext cx="11422137" cy="3380413"/>
          </a:xfrm>
          <a:prstGeom prst="rect">
            <a:avLst/>
          </a:prstGeom>
          <a:noFill/>
        </p:spPr>
        <p:txBody>
          <a:bodyPr wrap="square">
            <a:spAutoFit/>
          </a:bodyPr>
          <a:lstStyle/>
          <a:p>
            <a:r>
              <a:rPr lang="en-US" sz="1800" dirty="0"/>
              <a:t>The implemented YOLO-based system demonstrated efficient, real-time sign recognition capability. Its performance under standard lighting and across simple backgrounds was satisfactory. The object detection framework proved to be robust enough to interpret American Sign Language with real-time output, making it a valuable aid for communication.</a:t>
            </a:r>
          </a:p>
          <a:p>
            <a:pPr marL="660870" marR="512115" indent="-10668" rtl="0">
              <a:spcBef>
                <a:spcPts val="150"/>
              </a:spcBef>
              <a:buNone/>
            </a:pPr>
            <a:r>
              <a:rPr lang="en-US" sz="1800" b="0" i="0" u="none" strike="noStrike" dirty="0">
                <a:solidFill>
                  <a:srgbClr val="000000"/>
                </a:solidFill>
                <a:effectLst/>
                <a:latin typeface="Arial" panose="020B0604020202020204" pitchFamily="34" charset="0"/>
              </a:rPr>
              <a:t> </a:t>
            </a:r>
            <a:endParaRPr lang="en-US" dirty="0"/>
          </a:p>
          <a:p>
            <a:pPr marL="660870" marR="512115" indent="-10668" rtl="0">
              <a:spcBef>
                <a:spcPts val="150"/>
              </a:spcBef>
              <a:buNone/>
            </a:pPr>
            <a:r>
              <a:rPr lang="en-US" sz="2000" b="1" i="0" u="none" strike="noStrike" dirty="0">
                <a:solidFill>
                  <a:srgbClr val="000000"/>
                </a:solidFill>
                <a:effectLst/>
                <a:latin typeface="Arial" panose="020B0604020202020204" pitchFamily="34" charset="0"/>
              </a:rPr>
              <a:t>Future Scope </a:t>
            </a:r>
            <a:endParaRPr lang="en-US" sz="2000" b="0" dirty="0">
              <a:effectLst/>
            </a:endParaRPr>
          </a:p>
          <a:p>
            <a:pPr marL="957148" marR="1472679" indent="-285750" rtl="0">
              <a:spcBef>
                <a:spcPts val="1641"/>
              </a:spcBef>
              <a:buFont typeface="Arial" panose="020B0604020202020204" pitchFamily="34" charset="0"/>
              <a:buChar char="•"/>
            </a:pPr>
            <a:r>
              <a:rPr lang="en-US" sz="1800" i="0" u="none" strike="noStrike" dirty="0">
                <a:solidFill>
                  <a:srgbClr val="000000"/>
                </a:solidFill>
                <a:effectLst/>
                <a:latin typeface="Arial" panose="020B0604020202020204" pitchFamily="34" charset="0"/>
              </a:rPr>
              <a:t>Deploying the model on embedded systems (Raspberry Pi, Jetson Nano).</a:t>
            </a:r>
          </a:p>
          <a:p>
            <a:pPr marL="957148" marR="1472679" indent="-285750" rtl="0">
              <a:spcBef>
                <a:spcPts val="1641"/>
              </a:spcBef>
              <a:buFont typeface="Arial" panose="020B0604020202020204" pitchFamily="34" charset="0"/>
              <a:buChar char="•"/>
            </a:pPr>
            <a:r>
              <a:rPr lang="en-US" sz="1800" i="0" u="none" strike="noStrike" dirty="0">
                <a:solidFill>
                  <a:srgbClr val="000000"/>
                </a:solidFill>
                <a:effectLst/>
                <a:latin typeface="Arial" panose="020B0604020202020204" pitchFamily="34" charset="0"/>
              </a:rPr>
              <a:t> Improving accuracy with larger and more diverse datasets. </a:t>
            </a:r>
            <a:endParaRPr lang="en-US" dirty="0">
              <a:effectLst/>
            </a:endParaRPr>
          </a:p>
          <a:p>
            <a:pPr marL="957148" indent="-285750" rtl="0">
              <a:spcBef>
                <a:spcPts val="150"/>
              </a:spcBef>
              <a:buFont typeface="Arial" panose="020B0604020202020204" pitchFamily="34" charset="0"/>
              <a:buChar char="•"/>
            </a:pPr>
            <a:r>
              <a:rPr lang="en-US" sz="1800" i="0" u="none" strike="noStrike" dirty="0">
                <a:solidFill>
                  <a:srgbClr val="000000"/>
                </a:solidFill>
                <a:effectLst/>
                <a:latin typeface="Arial" panose="020B0604020202020204" pitchFamily="34" charset="0"/>
              </a:rPr>
              <a:t>Integrating object tracking for real-time applications. </a:t>
            </a:r>
            <a:endParaRPr lang="en-US" dirty="0">
              <a:effectLst/>
            </a:endParaRPr>
          </a:p>
          <a:p>
            <a:pPr>
              <a:buNone/>
            </a:pPr>
            <a:br>
              <a:rPr lang="en-US" dirty="0"/>
            </a:br>
            <a:endParaRPr lang="en-IN" dirty="0"/>
          </a:p>
        </p:txBody>
      </p:sp>
    </p:spTree>
    <p:extLst>
      <p:ext uri="{BB962C8B-B14F-4D97-AF65-F5344CB8AC3E}">
        <p14:creationId xmlns:p14="http://schemas.microsoft.com/office/powerpoint/2010/main" val="2754109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940B1-1B77-6917-996E-6CD59A1DD5BD}"/>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C412890F-4B68-314A-8A9B-FBB9209FC944}"/>
              </a:ext>
            </a:extLst>
          </p:cNvPr>
          <p:cNvGrpSpPr/>
          <p:nvPr/>
        </p:nvGrpSpPr>
        <p:grpSpPr>
          <a:xfrm>
            <a:off x="45343" y="6149703"/>
            <a:ext cx="12098172" cy="476250"/>
            <a:chOff x="0" y="6381750"/>
            <a:chExt cx="12192000" cy="476250"/>
          </a:xfrm>
          <a:solidFill>
            <a:srgbClr val="C00000"/>
          </a:solidFill>
        </p:grpSpPr>
        <p:sp>
          <p:nvSpPr>
            <p:cNvPr id="8" name="Rectangle 7">
              <a:extLst>
                <a:ext uri="{FF2B5EF4-FFF2-40B4-BE49-F238E27FC236}">
                  <a16:creationId xmlns:a16="http://schemas.microsoft.com/office/drawing/2014/main" id="{58FA78B0-4C58-DBC1-1065-C13166B70031}"/>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9" name="Group 8">
              <a:extLst>
                <a:ext uri="{FF2B5EF4-FFF2-40B4-BE49-F238E27FC236}">
                  <a16:creationId xmlns:a16="http://schemas.microsoft.com/office/drawing/2014/main" id="{D839C3FA-1076-94FC-C488-F3F051A6EA9C}"/>
                </a:ext>
              </a:extLst>
            </p:cNvPr>
            <p:cNvGrpSpPr/>
            <p:nvPr/>
          </p:nvGrpSpPr>
          <p:grpSpPr>
            <a:xfrm>
              <a:off x="160089" y="6467143"/>
              <a:ext cx="4087748" cy="273466"/>
              <a:chOff x="4366684" y="2926127"/>
              <a:chExt cx="3278335" cy="2571063"/>
            </a:xfrm>
            <a:grpFill/>
          </p:grpSpPr>
          <p:sp>
            <p:nvSpPr>
              <p:cNvPr id="10" name="Freeform: Shape 4">
                <a:extLst>
                  <a:ext uri="{FF2B5EF4-FFF2-40B4-BE49-F238E27FC236}">
                    <a16:creationId xmlns:a16="http://schemas.microsoft.com/office/drawing/2014/main" id="{69831F9F-25E7-A897-02F1-F01585512884}"/>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 name="Freeform: Shape 5">
                <a:extLst>
                  <a:ext uri="{FF2B5EF4-FFF2-40B4-BE49-F238E27FC236}">
                    <a16:creationId xmlns:a16="http://schemas.microsoft.com/office/drawing/2014/main" id="{4CC28816-60EA-24FA-CA8B-8381F45EE5D0}"/>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 name="Freeform: Shape 6">
                <a:extLst>
                  <a:ext uri="{FF2B5EF4-FFF2-40B4-BE49-F238E27FC236}">
                    <a16:creationId xmlns:a16="http://schemas.microsoft.com/office/drawing/2014/main" id="{AE50615A-A290-CFD2-F4EF-2E2F52582908}"/>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3" name="Freeform: Shape 7">
                <a:extLst>
                  <a:ext uri="{FF2B5EF4-FFF2-40B4-BE49-F238E27FC236}">
                    <a16:creationId xmlns:a16="http://schemas.microsoft.com/office/drawing/2014/main" id="{E7D5A123-9E30-1612-ECF9-83B07E33A829}"/>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4" name="Freeform: Shape 8">
                <a:extLst>
                  <a:ext uri="{FF2B5EF4-FFF2-40B4-BE49-F238E27FC236}">
                    <a16:creationId xmlns:a16="http://schemas.microsoft.com/office/drawing/2014/main" id="{7D9DCF61-BB97-E9A8-D108-F74F9C2C47CE}"/>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5" name="Freeform: Shape 9">
                <a:extLst>
                  <a:ext uri="{FF2B5EF4-FFF2-40B4-BE49-F238E27FC236}">
                    <a16:creationId xmlns:a16="http://schemas.microsoft.com/office/drawing/2014/main" id="{426E9188-0DF9-AF1B-C355-6D1233B0A13A}"/>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6" name="Freeform: Shape 10">
                <a:extLst>
                  <a:ext uri="{FF2B5EF4-FFF2-40B4-BE49-F238E27FC236}">
                    <a16:creationId xmlns:a16="http://schemas.microsoft.com/office/drawing/2014/main" id="{BA3D6695-266F-398B-C758-C062F7966462}"/>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7" name="Freeform: Shape 11">
                <a:extLst>
                  <a:ext uri="{FF2B5EF4-FFF2-40B4-BE49-F238E27FC236}">
                    <a16:creationId xmlns:a16="http://schemas.microsoft.com/office/drawing/2014/main" id="{6330BD40-4B68-6C62-E799-073FF0C6974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8" name="Freeform: Shape 12">
                <a:extLst>
                  <a:ext uri="{FF2B5EF4-FFF2-40B4-BE49-F238E27FC236}">
                    <a16:creationId xmlns:a16="http://schemas.microsoft.com/office/drawing/2014/main" id="{AFA3B671-CA0F-B2DF-4B7D-2515F16E29E2}"/>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9" name="Freeform: Shape 13">
                <a:extLst>
                  <a:ext uri="{FF2B5EF4-FFF2-40B4-BE49-F238E27FC236}">
                    <a16:creationId xmlns:a16="http://schemas.microsoft.com/office/drawing/2014/main" id="{6D6A1973-BC42-A77C-AA7B-148EDEAAB772}"/>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0" name="Freeform: Shape 14">
                <a:extLst>
                  <a:ext uri="{FF2B5EF4-FFF2-40B4-BE49-F238E27FC236}">
                    <a16:creationId xmlns:a16="http://schemas.microsoft.com/office/drawing/2014/main" id="{35C58696-9E77-E9B9-373C-3005B363545C}"/>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1" name="Freeform: Shape 15">
                <a:extLst>
                  <a:ext uri="{FF2B5EF4-FFF2-40B4-BE49-F238E27FC236}">
                    <a16:creationId xmlns:a16="http://schemas.microsoft.com/office/drawing/2014/main" id="{040ED2DC-40AD-D4A2-E3FF-304AF564BFFD}"/>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2" name="Freeform: Shape 16">
                <a:extLst>
                  <a:ext uri="{FF2B5EF4-FFF2-40B4-BE49-F238E27FC236}">
                    <a16:creationId xmlns:a16="http://schemas.microsoft.com/office/drawing/2014/main" id="{D3BD66C2-EC33-A7ED-A866-C53B12D21B5C}"/>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3" name="Freeform: Shape 17">
                <a:extLst>
                  <a:ext uri="{FF2B5EF4-FFF2-40B4-BE49-F238E27FC236}">
                    <a16:creationId xmlns:a16="http://schemas.microsoft.com/office/drawing/2014/main" id="{A70CBBF8-28B0-44B6-1FC9-2DEE626AF767}"/>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4" name="Freeform: Shape 18">
                <a:extLst>
                  <a:ext uri="{FF2B5EF4-FFF2-40B4-BE49-F238E27FC236}">
                    <a16:creationId xmlns:a16="http://schemas.microsoft.com/office/drawing/2014/main" id="{53E92881-B6A4-32F0-9A13-3CABC3B582AF}"/>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5" name="Freeform: Shape 19">
                <a:extLst>
                  <a:ext uri="{FF2B5EF4-FFF2-40B4-BE49-F238E27FC236}">
                    <a16:creationId xmlns:a16="http://schemas.microsoft.com/office/drawing/2014/main" id="{EBFE66DE-90E8-1099-56AB-C510DDFA7C60}"/>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6" name="Freeform: Shape 20">
                <a:extLst>
                  <a:ext uri="{FF2B5EF4-FFF2-40B4-BE49-F238E27FC236}">
                    <a16:creationId xmlns:a16="http://schemas.microsoft.com/office/drawing/2014/main" id="{8C74B4AA-4F76-1C84-4BE2-4E0FD0B50090}"/>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7" name="Freeform: Shape 21">
                <a:extLst>
                  <a:ext uri="{FF2B5EF4-FFF2-40B4-BE49-F238E27FC236}">
                    <a16:creationId xmlns:a16="http://schemas.microsoft.com/office/drawing/2014/main" id="{73C77321-4270-56DF-40F0-CF8FCB125572}"/>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8" name="Freeform: Shape 22">
                <a:extLst>
                  <a:ext uri="{FF2B5EF4-FFF2-40B4-BE49-F238E27FC236}">
                    <a16:creationId xmlns:a16="http://schemas.microsoft.com/office/drawing/2014/main" id="{B1D19600-DF9D-C681-90A3-545E6E873F20}"/>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9" name="Freeform: Shape 23">
                <a:extLst>
                  <a:ext uri="{FF2B5EF4-FFF2-40B4-BE49-F238E27FC236}">
                    <a16:creationId xmlns:a16="http://schemas.microsoft.com/office/drawing/2014/main" id="{35D698DB-05AB-12C9-1775-2A80F79C5150}"/>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0" name="Freeform: Shape 24">
                <a:extLst>
                  <a:ext uri="{FF2B5EF4-FFF2-40B4-BE49-F238E27FC236}">
                    <a16:creationId xmlns:a16="http://schemas.microsoft.com/office/drawing/2014/main" id="{2BA39625-F834-7C0A-7F31-E6944AA3CA06}"/>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1" name="Freeform: Shape 25">
                <a:extLst>
                  <a:ext uri="{FF2B5EF4-FFF2-40B4-BE49-F238E27FC236}">
                    <a16:creationId xmlns:a16="http://schemas.microsoft.com/office/drawing/2014/main" id="{50BF2E60-6F92-7F51-27B1-B8A533830DFA}"/>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2" name="Freeform: Shape 26">
                <a:extLst>
                  <a:ext uri="{FF2B5EF4-FFF2-40B4-BE49-F238E27FC236}">
                    <a16:creationId xmlns:a16="http://schemas.microsoft.com/office/drawing/2014/main" id="{26395FB4-5DA8-C659-AC00-FB3EDAEB29C1}"/>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3" name="Freeform: Shape 27">
                <a:extLst>
                  <a:ext uri="{FF2B5EF4-FFF2-40B4-BE49-F238E27FC236}">
                    <a16:creationId xmlns:a16="http://schemas.microsoft.com/office/drawing/2014/main" id="{519B762D-2914-CBAF-D854-04F00CCF298E}"/>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4" name="Freeform: Shape 28">
                <a:extLst>
                  <a:ext uri="{FF2B5EF4-FFF2-40B4-BE49-F238E27FC236}">
                    <a16:creationId xmlns:a16="http://schemas.microsoft.com/office/drawing/2014/main" id="{C89CA637-DA8C-5D16-C238-689E1A708E1C}"/>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5" name="Freeform: Shape 29">
                <a:extLst>
                  <a:ext uri="{FF2B5EF4-FFF2-40B4-BE49-F238E27FC236}">
                    <a16:creationId xmlns:a16="http://schemas.microsoft.com/office/drawing/2014/main" id="{00C97296-DCEB-3655-5275-54D2DF334747}"/>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6" name="Freeform: Shape 30">
                <a:extLst>
                  <a:ext uri="{FF2B5EF4-FFF2-40B4-BE49-F238E27FC236}">
                    <a16:creationId xmlns:a16="http://schemas.microsoft.com/office/drawing/2014/main" id="{54FF86AF-9F3D-7D1B-DA80-888F7C9F94F8}"/>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7" name="Freeform: Shape 31">
                <a:extLst>
                  <a:ext uri="{FF2B5EF4-FFF2-40B4-BE49-F238E27FC236}">
                    <a16:creationId xmlns:a16="http://schemas.microsoft.com/office/drawing/2014/main" id="{F091F1D8-F2DA-7005-CDA7-8108DB525D96}"/>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8" name="Freeform: Shape 32">
                <a:extLst>
                  <a:ext uri="{FF2B5EF4-FFF2-40B4-BE49-F238E27FC236}">
                    <a16:creationId xmlns:a16="http://schemas.microsoft.com/office/drawing/2014/main" id="{D7BF8B90-6B1C-CCAE-BD4D-52F407BD8C4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9" name="Freeform: Shape 33">
                <a:extLst>
                  <a:ext uri="{FF2B5EF4-FFF2-40B4-BE49-F238E27FC236}">
                    <a16:creationId xmlns:a16="http://schemas.microsoft.com/office/drawing/2014/main" id="{7CB3F1BB-A083-76B8-FE6D-C7C9090D3FB3}"/>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0" name="Freeform: Shape 34">
                <a:extLst>
                  <a:ext uri="{FF2B5EF4-FFF2-40B4-BE49-F238E27FC236}">
                    <a16:creationId xmlns:a16="http://schemas.microsoft.com/office/drawing/2014/main" id="{C0B426B9-6F75-02E8-6D1A-32114B20CF38}"/>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1" name="Freeform: Shape 35">
                <a:extLst>
                  <a:ext uri="{FF2B5EF4-FFF2-40B4-BE49-F238E27FC236}">
                    <a16:creationId xmlns:a16="http://schemas.microsoft.com/office/drawing/2014/main" id="{078BE04D-10AA-0450-21A5-56A5416CB8D2}"/>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2" name="Freeform: Shape 36">
                <a:extLst>
                  <a:ext uri="{FF2B5EF4-FFF2-40B4-BE49-F238E27FC236}">
                    <a16:creationId xmlns:a16="http://schemas.microsoft.com/office/drawing/2014/main" id="{12277478-5DB2-D3D5-2145-E01B451A2484}"/>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3" name="Freeform: Shape 37">
                <a:extLst>
                  <a:ext uri="{FF2B5EF4-FFF2-40B4-BE49-F238E27FC236}">
                    <a16:creationId xmlns:a16="http://schemas.microsoft.com/office/drawing/2014/main" id="{BCF54822-A992-9E4F-0AFC-83C48E947AEA}"/>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4" name="Freeform: Shape 38">
                <a:extLst>
                  <a:ext uri="{FF2B5EF4-FFF2-40B4-BE49-F238E27FC236}">
                    <a16:creationId xmlns:a16="http://schemas.microsoft.com/office/drawing/2014/main" id="{CDACC9BD-17FC-5D06-77CA-D279D1D772AB}"/>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grpSp>
        <p:nvGrpSpPr>
          <p:cNvPr id="4" name="Group 3">
            <a:extLst>
              <a:ext uri="{FF2B5EF4-FFF2-40B4-BE49-F238E27FC236}">
                <a16:creationId xmlns:a16="http://schemas.microsoft.com/office/drawing/2014/main" id="{82DA24E7-70D9-7789-A6A3-3F6C4DB65BCC}"/>
              </a:ext>
            </a:extLst>
          </p:cNvPr>
          <p:cNvGrpSpPr/>
          <p:nvPr/>
        </p:nvGrpSpPr>
        <p:grpSpPr>
          <a:xfrm>
            <a:off x="4391284" y="6124318"/>
            <a:ext cx="7493610" cy="476250"/>
            <a:chOff x="4817758" y="6382984"/>
            <a:chExt cx="7369479" cy="465286"/>
          </a:xfrm>
        </p:grpSpPr>
        <p:sp>
          <p:nvSpPr>
            <p:cNvPr id="5" name="Rectangle 4">
              <a:extLst>
                <a:ext uri="{FF2B5EF4-FFF2-40B4-BE49-F238E27FC236}">
                  <a16:creationId xmlns:a16="http://schemas.microsoft.com/office/drawing/2014/main" id="{95CEA562-B33D-59FC-5748-4D399995E54C}"/>
                </a:ext>
              </a:extLst>
            </p:cNvPr>
            <p:cNvSpPr/>
            <p:nvPr/>
          </p:nvSpPr>
          <p:spPr>
            <a:xfrm>
              <a:off x="4817758" y="6382984"/>
              <a:ext cx="7369479" cy="4652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6" name="Picture 5">
              <a:extLst>
                <a:ext uri="{FF2B5EF4-FFF2-40B4-BE49-F238E27FC236}">
                  <a16:creationId xmlns:a16="http://schemas.microsoft.com/office/drawing/2014/main" id="{1A5C40EC-1016-0824-AD9C-767FC22648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73655" y="6397831"/>
              <a:ext cx="7281503" cy="417465"/>
            </a:xfrm>
            <a:prstGeom prst="rect">
              <a:avLst/>
            </a:prstGeom>
            <a:ln>
              <a:solidFill>
                <a:schemeClr val="bg1"/>
              </a:solidFill>
            </a:ln>
          </p:spPr>
        </p:pic>
      </p:grpSp>
      <p:grpSp>
        <p:nvGrpSpPr>
          <p:cNvPr id="45" name="Group 44">
            <a:extLst>
              <a:ext uri="{FF2B5EF4-FFF2-40B4-BE49-F238E27FC236}">
                <a16:creationId xmlns:a16="http://schemas.microsoft.com/office/drawing/2014/main" id="{5AC98C31-451D-7155-E761-410CC358E5A2}"/>
              </a:ext>
            </a:extLst>
          </p:cNvPr>
          <p:cNvGrpSpPr/>
          <p:nvPr/>
        </p:nvGrpSpPr>
        <p:grpSpPr>
          <a:xfrm>
            <a:off x="97003" y="6193544"/>
            <a:ext cx="4247655" cy="273466"/>
            <a:chOff x="4366684" y="2926127"/>
            <a:chExt cx="3278335" cy="2571063"/>
          </a:xfrm>
        </p:grpSpPr>
        <p:sp>
          <p:nvSpPr>
            <p:cNvPr id="46" name="Freeform: Shape 4">
              <a:extLst>
                <a:ext uri="{FF2B5EF4-FFF2-40B4-BE49-F238E27FC236}">
                  <a16:creationId xmlns:a16="http://schemas.microsoft.com/office/drawing/2014/main" id="{C438D17E-2578-F07E-DE82-C65348FAF10D}"/>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7" name="Freeform: Shape 5">
              <a:extLst>
                <a:ext uri="{FF2B5EF4-FFF2-40B4-BE49-F238E27FC236}">
                  <a16:creationId xmlns:a16="http://schemas.microsoft.com/office/drawing/2014/main" id="{56A06BD3-6C18-7973-17AD-6FD7280640C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8" name="Freeform: Shape 6">
              <a:extLst>
                <a:ext uri="{FF2B5EF4-FFF2-40B4-BE49-F238E27FC236}">
                  <a16:creationId xmlns:a16="http://schemas.microsoft.com/office/drawing/2014/main" id="{5160957A-89C4-4FE2-CB88-F7607B82306C}"/>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9" name="Freeform: Shape 7">
              <a:extLst>
                <a:ext uri="{FF2B5EF4-FFF2-40B4-BE49-F238E27FC236}">
                  <a16:creationId xmlns:a16="http://schemas.microsoft.com/office/drawing/2014/main" id="{FE9AA4DE-9330-F901-3130-4602F7D7696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0" name="Freeform: Shape 8">
              <a:extLst>
                <a:ext uri="{FF2B5EF4-FFF2-40B4-BE49-F238E27FC236}">
                  <a16:creationId xmlns:a16="http://schemas.microsoft.com/office/drawing/2014/main" id="{9243DF46-E0F9-76DF-4D11-6F97EA5D7A81}"/>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1" name="Freeform: Shape 9">
              <a:extLst>
                <a:ext uri="{FF2B5EF4-FFF2-40B4-BE49-F238E27FC236}">
                  <a16:creationId xmlns:a16="http://schemas.microsoft.com/office/drawing/2014/main" id="{8EF4A255-73D1-17F0-0179-FC80A6F42304}"/>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2" name="Freeform: Shape 10">
              <a:extLst>
                <a:ext uri="{FF2B5EF4-FFF2-40B4-BE49-F238E27FC236}">
                  <a16:creationId xmlns:a16="http://schemas.microsoft.com/office/drawing/2014/main" id="{04FCCD2B-C89F-0C74-B01E-EC3B78CAC8AE}"/>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3" name="Freeform: Shape 11">
              <a:extLst>
                <a:ext uri="{FF2B5EF4-FFF2-40B4-BE49-F238E27FC236}">
                  <a16:creationId xmlns:a16="http://schemas.microsoft.com/office/drawing/2014/main" id="{331C0B27-5480-139E-1E54-DABBC8432783}"/>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4" name="Freeform: Shape 12">
              <a:extLst>
                <a:ext uri="{FF2B5EF4-FFF2-40B4-BE49-F238E27FC236}">
                  <a16:creationId xmlns:a16="http://schemas.microsoft.com/office/drawing/2014/main" id="{5BFB5882-D943-2860-5C67-D2577CCD472D}"/>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5" name="Freeform: Shape 13">
              <a:extLst>
                <a:ext uri="{FF2B5EF4-FFF2-40B4-BE49-F238E27FC236}">
                  <a16:creationId xmlns:a16="http://schemas.microsoft.com/office/drawing/2014/main" id="{94D47E8C-938F-1599-EB79-A78699C4C394}"/>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6" name="Freeform: Shape 14">
              <a:extLst>
                <a:ext uri="{FF2B5EF4-FFF2-40B4-BE49-F238E27FC236}">
                  <a16:creationId xmlns:a16="http://schemas.microsoft.com/office/drawing/2014/main" id="{9AFBFCF7-18E2-20DA-A2AB-748E3C781F9E}"/>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7" name="Freeform: Shape 15">
              <a:extLst>
                <a:ext uri="{FF2B5EF4-FFF2-40B4-BE49-F238E27FC236}">
                  <a16:creationId xmlns:a16="http://schemas.microsoft.com/office/drawing/2014/main" id="{4D82E0E5-8921-B485-A7AA-814FA1D0E382}"/>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8" name="Freeform: Shape 16">
              <a:extLst>
                <a:ext uri="{FF2B5EF4-FFF2-40B4-BE49-F238E27FC236}">
                  <a16:creationId xmlns:a16="http://schemas.microsoft.com/office/drawing/2014/main" id="{2B24022E-5674-9166-3D61-96C692424172}"/>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9" name="Freeform: Shape 17">
              <a:extLst>
                <a:ext uri="{FF2B5EF4-FFF2-40B4-BE49-F238E27FC236}">
                  <a16:creationId xmlns:a16="http://schemas.microsoft.com/office/drawing/2014/main" id="{350FB7BE-83CA-536F-1BFD-621775BA513E}"/>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0" name="Freeform: Shape 18">
              <a:extLst>
                <a:ext uri="{FF2B5EF4-FFF2-40B4-BE49-F238E27FC236}">
                  <a16:creationId xmlns:a16="http://schemas.microsoft.com/office/drawing/2014/main" id="{3B1BDED5-ED61-BEC5-BAB3-BAFBD5FF1551}"/>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1" name="Freeform: Shape 19">
              <a:extLst>
                <a:ext uri="{FF2B5EF4-FFF2-40B4-BE49-F238E27FC236}">
                  <a16:creationId xmlns:a16="http://schemas.microsoft.com/office/drawing/2014/main" id="{47419799-7FDB-AFB1-CCB5-15E1C81F02C4}"/>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2" name="Freeform: Shape 20">
              <a:extLst>
                <a:ext uri="{FF2B5EF4-FFF2-40B4-BE49-F238E27FC236}">
                  <a16:creationId xmlns:a16="http://schemas.microsoft.com/office/drawing/2014/main" id="{02072DE0-F88D-AB06-C417-4772200F9144}"/>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3" name="Freeform: Shape 21">
              <a:extLst>
                <a:ext uri="{FF2B5EF4-FFF2-40B4-BE49-F238E27FC236}">
                  <a16:creationId xmlns:a16="http://schemas.microsoft.com/office/drawing/2014/main" id="{04DD331F-7DD8-E4AD-C340-068D4EC5CD0C}"/>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4" name="Freeform: Shape 22">
              <a:extLst>
                <a:ext uri="{FF2B5EF4-FFF2-40B4-BE49-F238E27FC236}">
                  <a16:creationId xmlns:a16="http://schemas.microsoft.com/office/drawing/2014/main" id="{4C30E412-8FB7-BB2A-18D6-FCC1094662FE}"/>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5" name="Freeform: Shape 23">
              <a:extLst>
                <a:ext uri="{FF2B5EF4-FFF2-40B4-BE49-F238E27FC236}">
                  <a16:creationId xmlns:a16="http://schemas.microsoft.com/office/drawing/2014/main" id="{746D55D2-A2F2-11C6-6F22-EEAE5F143C08}"/>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6" name="Freeform: Shape 24">
              <a:extLst>
                <a:ext uri="{FF2B5EF4-FFF2-40B4-BE49-F238E27FC236}">
                  <a16:creationId xmlns:a16="http://schemas.microsoft.com/office/drawing/2014/main" id="{2BC5C74D-17B6-C6E3-BFC0-E75E3EF5EFAA}"/>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7" name="Freeform: Shape 25">
              <a:extLst>
                <a:ext uri="{FF2B5EF4-FFF2-40B4-BE49-F238E27FC236}">
                  <a16:creationId xmlns:a16="http://schemas.microsoft.com/office/drawing/2014/main" id="{9811E7E8-4399-9C53-686F-B5457A1AFD0D}"/>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8" name="Freeform: Shape 26">
              <a:extLst>
                <a:ext uri="{FF2B5EF4-FFF2-40B4-BE49-F238E27FC236}">
                  <a16:creationId xmlns:a16="http://schemas.microsoft.com/office/drawing/2014/main" id="{41CCBFD1-E4A1-48CF-DBEE-B6D8E1BDBC19}"/>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9" name="Freeform: Shape 27">
              <a:extLst>
                <a:ext uri="{FF2B5EF4-FFF2-40B4-BE49-F238E27FC236}">
                  <a16:creationId xmlns:a16="http://schemas.microsoft.com/office/drawing/2014/main" id="{A2984823-BA1B-E397-61CA-953D86FF3537}"/>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0" name="Freeform: Shape 28">
              <a:extLst>
                <a:ext uri="{FF2B5EF4-FFF2-40B4-BE49-F238E27FC236}">
                  <a16:creationId xmlns:a16="http://schemas.microsoft.com/office/drawing/2014/main" id="{53740474-CCB6-00A6-21FD-9B5B53A49370}"/>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1" name="Freeform: Shape 29">
              <a:extLst>
                <a:ext uri="{FF2B5EF4-FFF2-40B4-BE49-F238E27FC236}">
                  <a16:creationId xmlns:a16="http://schemas.microsoft.com/office/drawing/2014/main" id="{AAB5D9E9-4947-BED2-3C48-13B832FA9FEA}"/>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2" name="Freeform: Shape 30">
              <a:extLst>
                <a:ext uri="{FF2B5EF4-FFF2-40B4-BE49-F238E27FC236}">
                  <a16:creationId xmlns:a16="http://schemas.microsoft.com/office/drawing/2014/main" id="{ECC9C7D2-7186-DCA5-253D-99380CFB20D4}"/>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3" name="Freeform: Shape 31">
              <a:extLst>
                <a:ext uri="{FF2B5EF4-FFF2-40B4-BE49-F238E27FC236}">
                  <a16:creationId xmlns:a16="http://schemas.microsoft.com/office/drawing/2014/main" id="{20A1E6AC-94E4-A69F-1FF8-84DAD499F2E5}"/>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4" name="Freeform: Shape 32">
              <a:extLst>
                <a:ext uri="{FF2B5EF4-FFF2-40B4-BE49-F238E27FC236}">
                  <a16:creationId xmlns:a16="http://schemas.microsoft.com/office/drawing/2014/main" id="{D4AA0F69-5CAF-3B83-92C2-38FD09832948}"/>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5" name="Freeform: Shape 33">
              <a:extLst>
                <a:ext uri="{FF2B5EF4-FFF2-40B4-BE49-F238E27FC236}">
                  <a16:creationId xmlns:a16="http://schemas.microsoft.com/office/drawing/2014/main" id="{529FFFB7-0AC4-5DCC-22BC-52219B5D3C71}"/>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6" name="Freeform: Shape 34">
              <a:extLst>
                <a:ext uri="{FF2B5EF4-FFF2-40B4-BE49-F238E27FC236}">
                  <a16:creationId xmlns:a16="http://schemas.microsoft.com/office/drawing/2014/main" id="{283B5FB1-7B03-A1EF-5C31-18645FD5B3BF}"/>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7" name="Freeform: Shape 35">
              <a:extLst>
                <a:ext uri="{FF2B5EF4-FFF2-40B4-BE49-F238E27FC236}">
                  <a16:creationId xmlns:a16="http://schemas.microsoft.com/office/drawing/2014/main" id="{95A97B24-A5A3-5566-E79D-E345488D7EFB}"/>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8" name="Freeform: Shape 36">
              <a:extLst>
                <a:ext uri="{FF2B5EF4-FFF2-40B4-BE49-F238E27FC236}">
                  <a16:creationId xmlns:a16="http://schemas.microsoft.com/office/drawing/2014/main" id="{B5EB1832-F59C-41AA-3984-1033754A0B8C}"/>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9" name="Freeform: Shape 37">
              <a:extLst>
                <a:ext uri="{FF2B5EF4-FFF2-40B4-BE49-F238E27FC236}">
                  <a16:creationId xmlns:a16="http://schemas.microsoft.com/office/drawing/2014/main" id="{99EA5C59-F663-2A38-2AE6-D54F7A834BD5}"/>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80" name="Freeform: Shape 38">
              <a:extLst>
                <a:ext uri="{FF2B5EF4-FFF2-40B4-BE49-F238E27FC236}">
                  <a16:creationId xmlns:a16="http://schemas.microsoft.com/office/drawing/2014/main" id="{7ED5DD21-76BC-10CD-D385-A30E180B009A}"/>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82" name="TextBox 81">
            <a:extLst>
              <a:ext uri="{FF2B5EF4-FFF2-40B4-BE49-F238E27FC236}">
                <a16:creationId xmlns:a16="http://schemas.microsoft.com/office/drawing/2014/main" id="{6CCEFB4C-F25C-51F9-852A-234FF04DFD73}"/>
              </a:ext>
            </a:extLst>
          </p:cNvPr>
          <p:cNvSpPr txBox="1"/>
          <p:nvPr/>
        </p:nvSpPr>
        <p:spPr>
          <a:xfrm>
            <a:off x="449481" y="308151"/>
            <a:ext cx="9177088" cy="523220"/>
          </a:xfrm>
          <a:prstGeom prst="rect">
            <a:avLst/>
          </a:prstGeom>
          <a:noFill/>
        </p:spPr>
        <p:txBody>
          <a:bodyPr wrap="square">
            <a:spAutoFit/>
          </a:bodyPr>
          <a:lstStyle/>
          <a:p>
            <a:r>
              <a:rPr lang="en-US" sz="2800" b="1" dirty="0">
                <a:solidFill>
                  <a:srgbClr val="000000"/>
                </a:solidFill>
                <a:latin typeface="Arial" panose="020B0604020202020204" pitchFamily="34" charset="0"/>
              </a:rPr>
              <a:t>References</a:t>
            </a:r>
            <a:endParaRPr lang="en-IN" sz="2800" b="1" dirty="0"/>
          </a:p>
        </p:txBody>
      </p:sp>
      <p:sp>
        <p:nvSpPr>
          <p:cNvPr id="3" name="TextBox 2">
            <a:extLst>
              <a:ext uri="{FF2B5EF4-FFF2-40B4-BE49-F238E27FC236}">
                <a16:creationId xmlns:a16="http://schemas.microsoft.com/office/drawing/2014/main" id="{BBED4DFF-11DB-EF13-AFFE-521E9E58FC81}"/>
              </a:ext>
            </a:extLst>
          </p:cNvPr>
          <p:cNvSpPr txBox="1"/>
          <p:nvPr/>
        </p:nvSpPr>
        <p:spPr>
          <a:xfrm>
            <a:off x="374143" y="1280861"/>
            <a:ext cx="9944030" cy="1631216"/>
          </a:xfrm>
          <a:prstGeom prst="rect">
            <a:avLst/>
          </a:prstGeom>
          <a:noFill/>
        </p:spPr>
        <p:txBody>
          <a:bodyPr wrap="square">
            <a:spAutoFit/>
          </a:bodyPr>
          <a:lstStyle/>
          <a:p>
            <a:r>
              <a:rPr lang="en-US" sz="2000" dirty="0"/>
              <a:t>1. </a:t>
            </a:r>
            <a:r>
              <a:rPr lang="en-US" sz="2000" dirty="0">
                <a:hlinkClick r:id="rId4"/>
              </a:rPr>
              <a:t>Roboflow English Sentences Dataset for Object Detection</a:t>
            </a:r>
            <a:endParaRPr lang="en-US" sz="2000" dirty="0"/>
          </a:p>
          <a:p>
            <a:r>
              <a:rPr lang="en-US" sz="2000" dirty="0"/>
              <a:t>2. </a:t>
            </a:r>
            <a:r>
              <a:rPr lang="en-US" sz="2000" dirty="0" err="1">
                <a:hlinkClick r:id="rId5"/>
              </a:rPr>
              <a:t>Ultralytics</a:t>
            </a:r>
            <a:r>
              <a:rPr lang="en-US" sz="2000" dirty="0">
                <a:hlinkClick r:id="rId5"/>
              </a:rPr>
              <a:t> YOLO Documentation</a:t>
            </a:r>
            <a:endParaRPr lang="en-US" sz="2000" dirty="0"/>
          </a:p>
          <a:p>
            <a:r>
              <a:rPr lang="en-US" sz="2000" dirty="0"/>
              <a:t>3. </a:t>
            </a:r>
            <a:r>
              <a:rPr lang="en-US" sz="2000" dirty="0">
                <a:hlinkClick r:id="rId6"/>
              </a:rPr>
              <a:t>Amazon S3 Secure Storage Documentation</a:t>
            </a:r>
            <a:endParaRPr lang="en-US" sz="2000" dirty="0"/>
          </a:p>
          <a:p>
            <a:r>
              <a:rPr lang="en-US" sz="2000" dirty="0"/>
              <a:t>4. Python, OpenCV, Google </a:t>
            </a:r>
            <a:r>
              <a:rPr lang="en-US" sz="2000" dirty="0" err="1"/>
              <a:t>Colab</a:t>
            </a:r>
            <a:r>
              <a:rPr lang="en-US" sz="2000" dirty="0"/>
              <a:t> – various official sources</a:t>
            </a:r>
          </a:p>
          <a:p>
            <a:r>
              <a:rPr lang="en-US" sz="2000" dirty="0"/>
              <a:t>5. </a:t>
            </a:r>
            <a:r>
              <a:rPr lang="en-US" sz="2000" dirty="0" err="1">
                <a:hlinkClick r:id="rId7"/>
              </a:rPr>
              <a:t>IPython</a:t>
            </a:r>
            <a:r>
              <a:rPr lang="en-US" sz="2000" dirty="0"/>
              <a:t> and </a:t>
            </a:r>
            <a:r>
              <a:rPr lang="en-US" sz="2000" dirty="0" err="1">
                <a:hlinkClick r:id="rId8"/>
              </a:rPr>
              <a:t>gdown</a:t>
            </a:r>
            <a:r>
              <a:rPr lang="en-US" sz="2000" dirty="0"/>
              <a:t> library documentation</a:t>
            </a:r>
          </a:p>
        </p:txBody>
      </p:sp>
      <p:sp>
        <p:nvSpPr>
          <p:cNvPr id="2" name="Rectangle 1">
            <a:extLst>
              <a:ext uri="{FF2B5EF4-FFF2-40B4-BE49-F238E27FC236}">
                <a16:creationId xmlns:a16="http://schemas.microsoft.com/office/drawing/2014/main" id="{65268635-F691-98BF-E1F3-E1C3941A9935}"/>
              </a:ext>
            </a:extLst>
          </p:cNvPr>
          <p:cNvSpPr/>
          <p:nvPr/>
        </p:nvSpPr>
        <p:spPr>
          <a:xfrm>
            <a:off x="11775671" y="6193544"/>
            <a:ext cx="319326" cy="3693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dirty="0"/>
              <a:t>11</a:t>
            </a:r>
            <a:endParaRPr lang="en-IN" sz="1000" dirty="0"/>
          </a:p>
        </p:txBody>
      </p:sp>
    </p:spTree>
    <p:extLst>
      <p:ext uri="{BB962C8B-B14F-4D97-AF65-F5344CB8AC3E}">
        <p14:creationId xmlns:p14="http://schemas.microsoft.com/office/powerpoint/2010/main" val="171210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58F82-769A-1FC4-866D-D9D7743D10D1}"/>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55F2587B-F9ED-B683-530E-677EB1D5AE06}"/>
              </a:ext>
            </a:extLst>
          </p:cNvPr>
          <p:cNvGrpSpPr/>
          <p:nvPr/>
        </p:nvGrpSpPr>
        <p:grpSpPr>
          <a:xfrm>
            <a:off x="45343" y="6149703"/>
            <a:ext cx="12098172" cy="476250"/>
            <a:chOff x="0" y="6381750"/>
            <a:chExt cx="12192000" cy="476250"/>
          </a:xfrm>
          <a:solidFill>
            <a:srgbClr val="C00000"/>
          </a:solidFill>
        </p:grpSpPr>
        <p:sp>
          <p:nvSpPr>
            <p:cNvPr id="8" name="Rectangle 7">
              <a:extLst>
                <a:ext uri="{FF2B5EF4-FFF2-40B4-BE49-F238E27FC236}">
                  <a16:creationId xmlns:a16="http://schemas.microsoft.com/office/drawing/2014/main" id="{D3F74DB1-E8A5-9BD4-899C-DE53F74EEA94}"/>
                </a:ext>
              </a:extLst>
            </p:cNvPr>
            <p:cNvSpPr/>
            <p:nvPr/>
          </p:nvSpPr>
          <p:spPr>
            <a:xfrm>
              <a:off x="0" y="6381750"/>
              <a:ext cx="12192000" cy="4762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latin typeface="Times New Roman" pitchFamily="18" charset="0"/>
                <a:cs typeface="Times New Roman" pitchFamily="18" charset="0"/>
              </a:endParaRPr>
            </a:p>
          </p:txBody>
        </p:sp>
        <p:grpSp>
          <p:nvGrpSpPr>
            <p:cNvPr id="9" name="Group 8">
              <a:extLst>
                <a:ext uri="{FF2B5EF4-FFF2-40B4-BE49-F238E27FC236}">
                  <a16:creationId xmlns:a16="http://schemas.microsoft.com/office/drawing/2014/main" id="{5AED1047-7FF5-77B5-F725-B0B21B1254BB}"/>
                </a:ext>
              </a:extLst>
            </p:cNvPr>
            <p:cNvGrpSpPr/>
            <p:nvPr/>
          </p:nvGrpSpPr>
          <p:grpSpPr>
            <a:xfrm>
              <a:off x="160089" y="6467143"/>
              <a:ext cx="4087748" cy="273466"/>
              <a:chOff x="4366684" y="2926127"/>
              <a:chExt cx="3278335" cy="2571063"/>
            </a:xfrm>
            <a:grpFill/>
          </p:grpSpPr>
          <p:sp>
            <p:nvSpPr>
              <p:cNvPr id="10" name="Freeform: Shape 4">
                <a:extLst>
                  <a:ext uri="{FF2B5EF4-FFF2-40B4-BE49-F238E27FC236}">
                    <a16:creationId xmlns:a16="http://schemas.microsoft.com/office/drawing/2014/main" id="{DC5B5330-C535-27E2-BF37-4F4AF2BA10A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1" name="Freeform: Shape 5">
                <a:extLst>
                  <a:ext uri="{FF2B5EF4-FFF2-40B4-BE49-F238E27FC236}">
                    <a16:creationId xmlns:a16="http://schemas.microsoft.com/office/drawing/2014/main" id="{6ABD3851-FB3F-F508-FAAE-AD97C407848B}"/>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2" name="Freeform: Shape 6">
                <a:extLst>
                  <a:ext uri="{FF2B5EF4-FFF2-40B4-BE49-F238E27FC236}">
                    <a16:creationId xmlns:a16="http://schemas.microsoft.com/office/drawing/2014/main" id="{14C05382-4EF3-B64B-217B-F87380EC3483}"/>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3" name="Freeform: Shape 7">
                <a:extLst>
                  <a:ext uri="{FF2B5EF4-FFF2-40B4-BE49-F238E27FC236}">
                    <a16:creationId xmlns:a16="http://schemas.microsoft.com/office/drawing/2014/main" id="{C5C4B332-037A-B3D2-C238-6CB93C811F09}"/>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4" name="Freeform: Shape 8">
                <a:extLst>
                  <a:ext uri="{FF2B5EF4-FFF2-40B4-BE49-F238E27FC236}">
                    <a16:creationId xmlns:a16="http://schemas.microsoft.com/office/drawing/2014/main" id="{1EAAA80F-F46A-E0AD-D051-FACB911F2739}"/>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5" name="Freeform: Shape 9">
                <a:extLst>
                  <a:ext uri="{FF2B5EF4-FFF2-40B4-BE49-F238E27FC236}">
                    <a16:creationId xmlns:a16="http://schemas.microsoft.com/office/drawing/2014/main" id="{F00F8101-0F2C-617D-C360-DCEBDFDD5696}"/>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6" name="Freeform: Shape 10">
                <a:extLst>
                  <a:ext uri="{FF2B5EF4-FFF2-40B4-BE49-F238E27FC236}">
                    <a16:creationId xmlns:a16="http://schemas.microsoft.com/office/drawing/2014/main" id="{F44AF3DD-618E-0ACE-FA24-84EFE046BCCB}"/>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7" name="Freeform: Shape 11">
                <a:extLst>
                  <a:ext uri="{FF2B5EF4-FFF2-40B4-BE49-F238E27FC236}">
                    <a16:creationId xmlns:a16="http://schemas.microsoft.com/office/drawing/2014/main" id="{E4AECAF4-2CC5-3CF8-003A-6292119298B6}"/>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8" name="Freeform: Shape 12">
                <a:extLst>
                  <a:ext uri="{FF2B5EF4-FFF2-40B4-BE49-F238E27FC236}">
                    <a16:creationId xmlns:a16="http://schemas.microsoft.com/office/drawing/2014/main" id="{68520B30-6BB4-1A6E-8B57-7275385664F0}"/>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19" name="Freeform: Shape 13">
                <a:extLst>
                  <a:ext uri="{FF2B5EF4-FFF2-40B4-BE49-F238E27FC236}">
                    <a16:creationId xmlns:a16="http://schemas.microsoft.com/office/drawing/2014/main" id="{D9DB8BF4-4604-A830-6857-7A6A3D6BE5CE}"/>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0" name="Freeform: Shape 14">
                <a:extLst>
                  <a:ext uri="{FF2B5EF4-FFF2-40B4-BE49-F238E27FC236}">
                    <a16:creationId xmlns:a16="http://schemas.microsoft.com/office/drawing/2014/main" id="{3D31FD58-E1D1-07D7-F397-F1295A8E1531}"/>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1" name="Freeform: Shape 15">
                <a:extLst>
                  <a:ext uri="{FF2B5EF4-FFF2-40B4-BE49-F238E27FC236}">
                    <a16:creationId xmlns:a16="http://schemas.microsoft.com/office/drawing/2014/main" id="{D6F32E7E-F4D8-6EF5-6D4A-C8B6258033C3}"/>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2" name="Freeform: Shape 16">
                <a:extLst>
                  <a:ext uri="{FF2B5EF4-FFF2-40B4-BE49-F238E27FC236}">
                    <a16:creationId xmlns:a16="http://schemas.microsoft.com/office/drawing/2014/main" id="{F0FAEB37-BEE0-7708-7FBF-3CF81302CF13}"/>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3" name="Freeform: Shape 17">
                <a:extLst>
                  <a:ext uri="{FF2B5EF4-FFF2-40B4-BE49-F238E27FC236}">
                    <a16:creationId xmlns:a16="http://schemas.microsoft.com/office/drawing/2014/main" id="{526A22F6-D634-DA07-8F42-7255BB7EAAAE}"/>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4" name="Freeform: Shape 18">
                <a:extLst>
                  <a:ext uri="{FF2B5EF4-FFF2-40B4-BE49-F238E27FC236}">
                    <a16:creationId xmlns:a16="http://schemas.microsoft.com/office/drawing/2014/main" id="{8DFD1137-7C1B-1D34-4CD7-5399D84AA541}"/>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5" name="Freeform: Shape 19">
                <a:extLst>
                  <a:ext uri="{FF2B5EF4-FFF2-40B4-BE49-F238E27FC236}">
                    <a16:creationId xmlns:a16="http://schemas.microsoft.com/office/drawing/2014/main" id="{5D8E14C3-EBB4-306F-5AC0-C3AA98BE7C8C}"/>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6" name="Freeform: Shape 20">
                <a:extLst>
                  <a:ext uri="{FF2B5EF4-FFF2-40B4-BE49-F238E27FC236}">
                    <a16:creationId xmlns:a16="http://schemas.microsoft.com/office/drawing/2014/main" id="{81243FFD-4B09-AFC9-FDFB-935D4571F02B}"/>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7" name="Freeform: Shape 21">
                <a:extLst>
                  <a:ext uri="{FF2B5EF4-FFF2-40B4-BE49-F238E27FC236}">
                    <a16:creationId xmlns:a16="http://schemas.microsoft.com/office/drawing/2014/main" id="{21CB2AC6-7C7C-AFA3-7F68-0D7327361D76}"/>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8" name="Freeform: Shape 22">
                <a:extLst>
                  <a:ext uri="{FF2B5EF4-FFF2-40B4-BE49-F238E27FC236}">
                    <a16:creationId xmlns:a16="http://schemas.microsoft.com/office/drawing/2014/main" id="{AF2FA094-DE39-F557-8631-FA738D99EEEF}"/>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29" name="Freeform: Shape 23">
                <a:extLst>
                  <a:ext uri="{FF2B5EF4-FFF2-40B4-BE49-F238E27FC236}">
                    <a16:creationId xmlns:a16="http://schemas.microsoft.com/office/drawing/2014/main" id="{4ED10218-7CA3-A1AD-4F5B-1D2658825017}"/>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0" name="Freeform: Shape 24">
                <a:extLst>
                  <a:ext uri="{FF2B5EF4-FFF2-40B4-BE49-F238E27FC236}">
                    <a16:creationId xmlns:a16="http://schemas.microsoft.com/office/drawing/2014/main" id="{C313F886-7A7A-4682-39D8-6F39DC53536F}"/>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1" name="Freeform: Shape 25">
                <a:extLst>
                  <a:ext uri="{FF2B5EF4-FFF2-40B4-BE49-F238E27FC236}">
                    <a16:creationId xmlns:a16="http://schemas.microsoft.com/office/drawing/2014/main" id="{7E5DD29F-6250-0F55-8801-7EF13F859FD4}"/>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2" name="Freeform: Shape 26">
                <a:extLst>
                  <a:ext uri="{FF2B5EF4-FFF2-40B4-BE49-F238E27FC236}">
                    <a16:creationId xmlns:a16="http://schemas.microsoft.com/office/drawing/2014/main" id="{71D07B14-4D73-8449-CCB1-6BEFDC72682E}"/>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3" name="Freeform: Shape 27">
                <a:extLst>
                  <a:ext uri="{FF2B5EF4-FFF2-40B4-BE49-F238E27FC236}">
                    <a16:creationId xmlns:a16="http://schemas.microsoft.com/office/drawing/2014/main" id="{BD7C5EBA-CDC5-B5A7-40E6-FB725284CE3B}"/>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4" name="Freeform: Shape 28">
                <a:extLst>
                  <a:ext uri="{FF2B5EF4-FFF2-40B4-BE49-F238E27FC236}">
                    <a16:creationId xmlns:a16="http://schemas.microsoft.com/office/drawing/2014/main" id="{22BB284C-A60D-E8AC-F10A-BFD46D27FEAE}"/>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5" name="Freeform: Shape 29">
                <a:extLst>
                  <a:ext uri="{FF2B5EF4-FFF2-40B4-BE49-F238E27FC236}">
                    <a16:creationId xmlns:a16="http://schemas.microsoft.com/office/drawing/2014/main" id="{95083424-9AE2-6E03-7BAE-CA83F838491D}"/>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6" name="Freeform: Shape 30">
                <a:extLst>
                  <a:ext uri="{FF2B5EF4-FFF2-40B4-BE49-F238E27FC236}">
                    <a16:creationId xmlns:a16="http://schemas.microsoft.com/office/drawing/2014/main" id="{103BBCF5-F372-90C3-F33D-BE9D041931AA}"/>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7" name="Freeform: Shape 31">
                <a:extLst>
                  <a:ext uri="{FF2B5EF4-FFF2-40B4-BE49-F238E27FC236}">
                    <a16:creationId xmlns:a16="http://schemas.microsoft.com/office/drawing/2014/main" id="{B7367225-33D5-0E00-33DB-8B36658FFEE3}"/>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8" name="Freeform: Shape 32">
                <a:extLst>
                  <a:ext uri="{FF2B5EF4-FFF2-40B4-BE49-F238E27FC236}">
                    <a16:creationId xmlns:a16="http://schemas.microsoft.com/office/drawing/2014/main" id="{5E8C26CA-54BF-6256-7154-8D13D6A5660D}"/>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39" name="Freeform: Shape 33">
                <a:extLst>
                  <a:ext uri="{FF2B5EF4-FFF2-40B4-BE49-F238E27FC236}">
                    <a16:creationId xmlns:a16="http://schemas.microsoft.com/office/drawing/2014/main" id="{40271504-7C58-3E32-1D92-E2169B744717}"/>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0" name="Freeform: Shape 34">
                <a:extLst>
                  <a:ext uri="{FF2B5EF4-FFF2-40B4-BE49-F238E27FC236}">
                    <a16:creationId xmlns:a16="http://schemas.microsoft.com/office/drawing/2014/main" id="{27E4E817-C06E-6207-472D-28A080765500}"/>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1" name="Freeform: Shape 35">
                <a:extLst>
                  <a:ext uri="{FF2B5EF4-FFF2-40B4-BE49-F238E27FC236}">
                    <a16:creationId xmlns:a16="http://schemas.microsoft.com/office/drawing/2014/main" id="{C8A539BE-DBD7-6B71-A680-F253FC60CF51}"/>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2" name="Freeform: Shape 36">
                <a:extLst>
                  <a:ext uri="{FF2B5EF4-FFF2-40B4-BE49-F238E27FC236}">
                    <a16:creationId xmlns:a16="http://schemas.microsoft.com/office/drawing/2014/main" id="{ADC77B32-7315-52C1-A202-7D73E5DBDB6A}"/>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3" name="Freeform: Shape 37">
                <a:extLst>
                  <a:ext uri="{FF2B5EF4-FFF2-40B4-BE49-F238E27FC236}">
                    <a16:creationId xmlns:a16="http://schemas.microsoft.com/office/drawing/2014/main" id="{2B174BD1-69C7-A454-7B7E-972F1A045572}"/>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sp>
            <p:nvSpPr>
              <p:cNvPr id="44" name="Freeform: Shape 38">
                <a:extLst>
                  <a:ext uri="{FF2B5EF4-FFF2-40B4-BE49-F238E27FC236}">
                    <a16:creationId xmlns:a16="http://schemas.microsoft.com/office/drawing/2014/main" id="{61FA434C-9D05-E4AE-F529-73EA0EBE89D1}"/>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grpFill/>
              <a:ln w="7704" cap="flat">
                <a:noFill/>
                <a:prstDash val="solid"/>
                <a:miter/>
              </a:ln>
            </p:spPr>
            <p:txBody>
              <a:bodyPr rtlCol="0" anchor="ctr"/>
              <a:lstStyle/>
              <a:p>
                <a:endParaRPr lang="en-US" dirty="0">
                  <a:solidFill>
                    <a:srgbClr val="C00000"/>
                  </a:solidFill>
                  <a:latin typeface="Times New Roman" pitchFamily="18" charset="0"/>
                  <a:cs typeface="Times New Roman" pitchFamily="18" charset="0"/>
                </a:endParaRPr>
              </a:p>
            </p:txBody>
          </p:sp>
        </p:grpSp>
      </p:grpSp>
      <p:sp>
        <p:nvSpPr>
          <p:cNvPr id="2" name="Title 1">
            <a:extLst>
              <a:ext uri="{FF2B5EF4-FFF2-40B4-BE49-F238E27FC236}">
                <a16:creationId xmlns:a16="http://schemas.microsoft.com/office/drawing/2014/main" id="{5E83648C-4AED-9139-26E1-4C7055E6EBC4}"/>
              </a:ext>
            </a:extLst>
          </p:cNvPr>
          <p:cNvSpPr>
            <a:spLocks noGrp="1"/>
          </p:cNvSpPr>
          <p:nvPr>
            <p:ph type="ctrTitle"/>
          </p:nvPr>
        </p:nvSpPr>
        <p:spPr>
          <a:xfrm>
            <a:off x="1422487" y="615288"/>
            <a:ext cx="9144000" cy="3499512"/>
          </a:xfrm>
        </p:spPr>
        <p:txBody>
          <a:bodyPr>
            <a:noAutofit/>
          </a:bodyPr>
          <a:lstStyle/>
          <a:p>
            <a:r>
              <a:rPr lang="en-US" sz="8800" b="1" dirty="0"/>
              <a:t>THANK YOU FOR WATCHING  !!!</a:t>
            </a:r>
            <a:endParaRPr lang="en-IN" sz="8800" b="1" dirty="0"/>
          </a:p>
        </p:txBody>
      </p:sp>
      <p:grpSp>
        <p:nvGrpSpPr>
          <p:cNvPr id="4" name="Group 3">
            <a:extLst>
              <a:ext uri="{FF2B5EF4-FFF2-40B4-BE49-F238E27FC236}">
                <a16:creationId xmlns:a16="http://schemas.microsoft.com/office/drawing/2014/main" id="{A41B3A2D-DBE0-AB72-C03B-397C1FC0224D}"/>
              </a:ext>
            </a:extLst>
          </p:cNvPr>
          <p:cNvGrpSpPr/>
          <p:nvPr/>
        </p:nvGrpSpPr>
        <p:grpSpPr>
          <a:xfrm>
            <a:off x="4406114" y="6124318"/>
            <a:ext cx="7085197" cy="476250"/>
            <a:chOff x="4817758" y="6382984"/>
            <a:chExt cx="7369479" cy="465286"/>
          </a:xfrm>
        </p:grpSpPr>
        <p:sp>
          <p:nvSpPr>
            <p:cNvPr id="5" name="Rectangle 4">
              <a:extLst>
                <a:ext uri="{FF2B5EF4-FFF2-40B4-BE49-F238E27FC236}">
                  <a16:creationId xmlns:a16="http://schemas.microsoft.com/office/drawing/2014/main" id="{1D614091-0FAB-A438-450A-CB03BB7ED990}"/>
                </a:ext>
              </a:extLst>
            </p:cNvPr>
            <p:cNvSpPr/>
            <p:nvPr/>
          </p:nvSpPr>
          <p:spPr>
            <a:xfrm>
              <a:off x="4817758" y="6382984"/>
              <a:ext cx="7369479" cy="4652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6" name="Picture 5">
              <a:extLst>
                <a:ext uri="{FF2B5EF4-FFF2-40B4-BE49-F238E27FC236}">
                  <a16:creationId xmlns:a16="http://schemas.microsoft.com/office/drawing/2014/main" id="{A70AE03D-A37A-9E62-7A8C-8AB0488FB8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73655" y="6397831"/>
              <a:ext cx="7281503" cy="417465"/>
            </a:xfrm>
            <a:prstGeom prst="rect">
              <a:avLst/>
            </a:prstGeom>
            <a:ln>
              <a:solidFill>
                <a:schemeClr val="bg1"/>
              </a:solidFill>
            </a:ln>
          </p:spPr>
        </p:pic>
      </p:grpSp>
      <p:grpSp>
        <p:nvGrpSpPr>
          <p:cNvPr id="45" name="Group 44">
            <a:extLst>
              <a:ext uri="{FF2B5EF4-FFF2-40B4-BE49-F238E27FC236}">
                <a16:creationId xmlns:a16="http://schemas.microsoft.com/office/drawing/2014/main" id="{2CB61CBF-9969-9E2D-EA0F-2F5ADC78D390}"/>
              </a:ext>
            </a:extLst>
          </p:cNvPr>
          <p:cNvGrpSpPr/>
          <p:nvPr/>
        </p:nvGrpSpPr>
        <p:grpSpPr>
          <a:xfrm>
            <a:off x="113302" y="6217973"/>
            <a:ext cx="4227969" cy="320474"/>
            <a:chOff x="4366684" y="2926127"/>
            <a:chExt cx="3278335" cy="2571063"/>
          </a:xfrm>
        </p:grpSpPr>
        <p:sp>
          <p:nvSpPr>
            <p:cNvPr id="46" name="Freeform: Shape 4">
              <a:extLst>
                <a:ext uri="{FF2B5EF4-FFF2-40B4-BE49-F238E27FC236}">
                  <a16:creationId xmlns:a16="http://schemas.microsoft.com/office/drawing/2014/main" id="{8F30479C-4D06-6E5F-1A2E-094A0E344F5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7" name="Freeform: Shape 5">
              <a:extLst>
                <a:ext uri="{FF2B5EF4-FFF2-40B4-BE49-F238E27FC236}">
                  <a16:creationId xmlns:a16="http://schemas.microsoft.com/office/drawing/2014/main" id="{5BAEE039-B0E5-AEE3-091F-C12D554F948F}"/>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8" name="Freeform: Shape 6">
              <a:extLst>
                <a:ext uri="{FF2B5EF4-FFF2-40B4-BE49-F238E27FC236}">
                  <a16:creationId xmlns:a16="http://schemas.microsoft.com/office/drawing/2014/main" id="{8EC2F183-6D9A-A244-5891-E91BC3648261}"/>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49" name="Freeform: Shape 7">
              <a:extLst>
                <a:ext uri="{FF2B5EF4-FFF2-40B4-BE49-F238E27FC236}">
                  <a16:creationId xmlns:a16="http://schemas.microsoft.com/office/drawing/2014/main" id="{6B768820-A203-2DFB-5197-E7559E9EBA94}"/>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0" name="Freeform: Shape 8">
              <a:extLst>
                <a:ext uri="{FF2B5EF4-FFF2-40B4-BE49-F238E27FC236}">
                  <a16:creationId xmlns:a16="http://schemas.microsoft.com/office/drawing/2014/main" id="{C4D4F6E6-2609-3BD3-1414-7CD8202D194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1" name="Freeform: Shape 9">
              <a:extLst>
                <a:ext uri="{FF2B5EF4-FFF2-40B4-BE49-F238E27FC236}">
                  <a16:creationId xmlns:a16="http://schemas.microsoft.com/office/drawing/2014/main" id="{C2F55081-5148-E4E0-74D2-76BC1D63525C}"/>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2" name="Freeform: Shape 10">
              <a:extLst>
                <a:ext uri="{FF2B5EF4-FFF2-40B4-BE49-F238E27FC236}">
                  <a16:creationId xmlns:a16="http://schemas.microsoft.com/office/drawing/2014/main" id="{C1C20D3B-7598-32E2-F490-1FD35BB55ED0}"/>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3" name="Freeform: Shape 11">
              <a:extLst>
                <a:ext uri="{FF2B5EF4-FFF2-40B4-BE49-F238E27FC236}">
                  <a16:creationId xmlns:a16="http://schemas.microsoft.com/office/drawing/2014/main" id="{E083791A-F4E6-362B-0D75-ACBA7FB914FF}"/>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4" name="Freeform: Shape 12">
              <a:extLst>
                <a:ext uri="{FF2B5EF4-FFF2-40B4-BE49-F238E27FC236}">
                  <a16:creationId xmlns:a16="http://schemas.microsoft.com/office/drawing/2014/main" id="{E0C39333-BD38-5FDB-AE5D-7DA312F6227A}"/>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5" name="Freeform: Shape 13">
              <a:extLst>
                <a:ext uri="{FF2B5EF4-FFF2-40B4-BE49-F238E27FC236}">
                  <a16:creationId xmlns:a16="http://schemas.microsoft.com/office/drawing/2014/main" id="{5C44AF99-8377-CBF9-6547-7D9A8C8BAF03}"/>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6" name="Freeform: Shape 14">
              <a:extLst>
                <a:ext uri="{FF2B5EF4-FFF2-40B4-BE49-F238E27FC236}">
                  <a16:creationId xmlns:a16="http://schemas.microsoft.com/office/drawing/2014/main" id="{95AD9DED-E2F9-F764-98A7-7E9EF2093A11}"/>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7" name="Freeform: Shape 15">
              <a:extLst>
                <a:ext uri="{FF2B5EF4-FFF2-40B4-BE49-F238E27FC236}">
                  <a16:creationId xmlns:a16="http://schemas.microsoft.com/office/drawing/2014/main" id="{0FCB14CC-4788-14BE-6EEB-90C5D1CCCA6A}"/>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8" name="Freeform: Shape 16">
              <a:extLst>
                <a:ext uri="{FF2B5EF4-FFF2-40B4-BE49-F238E27FC236}">
                  <a16:creationId xmlns:a16="http://schemas.microsoft.com/office/drawing/2014/main" id="{E918F768-2941-3FCD-90B6-4FCC4DB92003}"/>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59" name="Freeform: Shape 17">
              <a:extLst>
                <a:ext uri="{FF2B5EF4-FFF2-40B4-BE49-F238E27FC236}">
                  <a16:creationId xmlns:a16="http://schemas.microsoft.com/office/drawing/2014/main" id="{2A954B8D-FE01-3425-9DAF-00F75BFF6123}"/>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0" name="Freeform: Shape 18">
              <a:extLst>
                <a:ext uri="{FF2B5EF4-FFF2-40B4-BE49-F238E27FC236}">
                  <a16:creationId xmlns:a16="http://schemas.microsoft.com/office/drawing/2014/main" id="{594F6AD0-AA0D-17C2-493D-6760D9D45EB6}"/>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1" name="Freeform: Shape 19">
              <a:extLst>
                <a:ext uri="{FF2B5EF4-FFF2-40B4-BE49-F238E27FC236}">
                  <a16:creationId xmlns:a16="http://schemas.microsoft.com/office/drawing/2014/main" id="{FEB8C836-7E41-51E3-B927-6EAC306CBEE9}"/>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2" name="Freeform: Shape 20">
              <a:extLst>
                <a:ext uri="{FF2B5EF4-FFF2-40B4-BE49-F238E27FC236}">
                  <a16:creationId xmlns:a16="http://schemas.microsoft.com/office/drawing/2014/main" id="{A4F04D91-4108-936F-DEA8-0D3B978468C8}"/>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3" name="Freeform: Shape 21">
              <a:extLst>
                <a:ext uri="{FF2B5EF4-FFF2-40B4-BE49-F238E27FC236}">
                  <a16:creationId xmlns:a16="http://schemas.microsoft.com/office/drawing/2014/main" id="{6FCC8BEE-E7DD-FF5D-2EDE-FE70B6A36E4C}"/>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4" name="Freeform: Shape 22">
              <a:extLst>
                <a:ext uri="{FF2B5EF4-FFF2-40B4-BE49-F238E27FC236}">
                  <a16:creationId xmlns:a16="http://schemas.microsoft.com/office/drawing/2014/main" id="{C004E418-14BC-1E4D-B198-97908D90CF3A}"/>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5" name="Freeform: Shape 23">
              <a:extLst>
                <a:ext uri="{FF2B5EF4-FFF2-40B4-BE49-F238E27FC236}">
                  <a16:creationId xmlns:a16="http://schemas.microsoft.com/office/drawing/2014/main" id="{CDC5DDDD-94BD-8D04-DD39-5A05E5941513}"/>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6" name="Freeform: Shape 24">
              <a:extLst>
                <a:ext uri="{FF2B5EF4-FFF2-40B4-BE49-F238E27FC236}">
                  <a16:creationId xmlns:a16="http://schemas.microsoft.com/office/drawing/2014/main" id="{2BB69D5F-AFD3-38E0-AE7D-3A81F7D59E32}"/>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7" name="Freeform: Shape 25">
              <a:extLst>
                <a:ext uri="{FF2B5EF4-FFF2-40B4-BE49-F238E27FC236}">
                  <a16:creationId xmlns:a16="http://schemas.microsoft.com/office/drawing/2014/main" id="{AD286158-CD75-1396-0FB7-93328C594175}"/>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8" name="Freeform: Shape 26">
              <a:extLst>
                <a:ext uri="{FF2B5EF4-FFF2-40B4-BE49-F238E27FC236}">
                  <a16:creationId xmlns:a16="http://schemas.microsoft.com/office/drawing/2014/main" id="{6A45B106-C490-3F2D-DF6F-49F3EF78D2E4}"/>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69" name="Freeform: Shape 27">
              <a:extLst>
                <a:ext uri="{FF2B5EF4-FFF2-40B4-BE49-F238E27FC236}">
                  <a16:creationId xmlns:a16="http://schemas.microsoft.com/office/drawing/2014/main" id="{D0925867-1557-8C8D-AA54-284D4C0AE874}"/>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0" name="Freeform: Shape 28">
              <a:extLst>
                <a:ext uri="{FF2B5EF4-FFF2-40B4-BE49-F238E27FC236}">
                  <a16:creationId xmlns:a16="http://schemas.microsoft.com/office/drawing/2014/main" id="{43F40A38-B39B-B287-70BD-7813A23C43D0}"/>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1" name="Freeform: Shape 29">
              <a:extLst>
                <a:ext uri="{FF2B5EF4-FFF2-40B4-BE49-F238E27FC236}">
                  <a16:creationId xmlns:a16="http://schemas.microsoft.com/office/drawing/2014/main" id="{B78690FD-D4FC-0D49-240B-B8EF706B69D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2" name="Freeform: Shape 30">
              <a:extLst>
                <a:ext uri="{FF2B5EF4-FFF2-40B4-BE49-F238E27FC236}">
                  <a16:creationId xmlns:a16="http://schemas.microsoft.com/office/drawing/2014/main" id="{F1FF58F7-DB37-361A-4AFB-154A23202CDC}"/>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3" name="Freeform: Shape 31">
              <a:extLst>
                <a:ext uri="{FF2B5EF4-FFF2-40B4-BE49-F238E27FC236}">
                  <a16:creationId xmlns:a16="http://schemas.microsoft.com/office/drawing/2014/main" id="{E9F54579-DBF3-2FF7-448C-007DC57F4D45}"/>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4" name="Freeform: Shape 32">
              <a:extLst>
                <a:ext uri="{FF2B5EF4-FFF2-40B4-BE49-F238E27FC236}">
                  <a16:creationId xmlns:a16="http://schemas.microsoft.com/office/drawing/2014/main" id="{8D1C49C4-043E-7C16-004F-47CEA4619C17}"/>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5" name="Freeform: Shape 33">
              <a:extLst>
                <a:ext uri="{FF2B5EF4-FFF2-40B4-BE49-F238E27FC236}">
                  <a16:creationId xmlns:a16="http://schemas.microsoft.com/office/drawing/2014/main" id="{35D53D66-04D5-8DBB-ED8C-80F808050C9E}"/>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6" name="Freeform: Shape 34">
              <a:extLst>
                <a:ext uri="{FF2B5EF4-FFF2-40B4-BE49-F238E27FC236}">
                  <a16:creationId xmlns:a16="http://schemas.microsoft.com/office/drawing/2014/main" id="{A554AF6A-C23A-8D88-7BD2-C212E277FF0F}"/>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7" name="Freeform: Shape 35">
              <a:extLst>
                <a:ext uri="{FF2B5EF4-FFF2-40B4-BE49-F238E27FC236}">
                  <a16:creationId xmlns:a16="http://schemas.microsoft.com/office/drawing/2014/main" id="{47C2DC53-2797-689E-EEC2-8AF585DB721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8" name="Freeform: Shape 36">
              <a:extLst>
                <a:ext uri="{FF2B5EF4-FFF2-40B4-BE49-F238E27FC236}">
                  <a16:creationId xmlns:a16="http://schemas.microsoft.com/office/drawing/2014/main" id="{88D21CA9-5440-C6CE-72BD-C8780BFC1767}"/>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79" name="Freeform: Shape 37">
              <a:extLst>
                <a:ext uri="{FF2B5EF4-FFF2-40B4-BE49-F238E27FC236}">
                  <a16:creationId xmlns:a16="http://schemas.microsoft.com/office/drawing/2014/main" id="{17441577-A24C-B897-B1DE-F7AEEA7C05CC}"/>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sp>
          <p:nvSpPr>
            <p:cNvPr id="80" name="Freeform: Shape 38">
              <a:extLst>
                <a:ext uri="{FF2B5EF4-FFF2-40B4-BE49-F238E27FC236}">
                  <a16:creationId xmlns:a16="http://schemas.microsoft.com/office/drawing/2014/main" id="{53530CFC-C371-F543-5488-55D8D53E90C0}"/>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dirty="0">
                <a:latin typeface="Times New Roman" pitchFamily="18" charset="0"/>
                <a:cs typeface="Times New Roman" pitchFamily="18" charset="0"/>
              </a:endParaRPr>
            </a:p>
          </p:txBody>
        </p:sp>
      </p:grpSp>
      <p:sp>
        <p:nvSpPr>
          <p:cNvPr id="85" name="Rectangle 84">
            <a:extLst>
              <a:ext uri="{FF2B5EF4-FFF2-40B4-BE49-F238E27FC236}">
                <a16:creationId xmlns:a16="http://schemas.microsoft.com/office/drawing/2014/main" id="{AD78139A-C369-1354-D99C-41307AB1038F}"/>
              </a:ext>
            </a:extLst>
          </p:cNvPr>
          <p:cNvSpPr/>
          <p:nvPr/>
        </p:nvSpPr>
        <p:spPr>
          <a:xfrm>
            <a:off x="11591439" y="6217972"/>
            <a:ext cx="474774" cy="34490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12</a:t>
            </a:r>
            <a:endParaRPr lang="en-IN" dirty="0"/>
          </a:p>
        </p:txBody>
      </p:sp>
    </p:spTree>
    <p:extLst>
      <p:ext uri="{BB962C8B-B14F-4D97-AF65-F5344CB8AC3E}">
        <p14:creationId xmlns:p14="http://schemas.microsoft.com/office/powerpoint/2010/main" val="29259348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350</TotalTime>
  <Words>889</Words>
  <Application>Microsoft Macintosh PowerPoint</Application>
  <PresentationFormat>Widescreen</PresentationFormat>
  <Paragraphs>116</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Canva Sans</vt:lpstr>
      <vt:lpstr>Times New Roman</vt:lpstr>
      <vt:lpstr>Office Theme</vt:lpstr>
      <vt:lpstr>PowerPoint Presentation</vt:lpstr>
      <vt:lpstr>PowerPoint Presentation</vt:lpstr>
      <vt:lpstr>Introduction &amp; Problem Statement</vt:lpstr>
      <vt:lpstr>Objectives</vt:lpstr>
      <vt:lpstr>Methodology</vt:lpstr>
      <vt:lpstr>Methodology</vt:lpstr>
      <vt:lpstr>System Details</vt:lpstr>
      <vt:lpstr>Key Findings / Results</vt:lpstr>
      <vt:lpstr>Result &amp; Metrics</vt:lpstr>
      <vt:lpstr>PowerPoint Presentation</vt:lpstr>
      <vt:lpstr>PowerPoint Presentation</vt:lpstr>
      <vt:lpstr>PowerPoint Presentation</vt:lpstr>
      <vt:lpstr>THANK YOU FOR WATCHING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 ltp</dc:creator>
  <cp:lastModifiedBy>krunal.dhapodkar@outlook.com</cp:lastModifiedBy>
  <cp:revision>4</cp:revision>
  <dcterms:created xsi:type="dcterms:W3CDTF">2025-03-24T05:06:13Z</dcterms:created>
  <dcterms:modified xsi:type="dcterms:W3CDTF">2025-04-10T07:26:01Z</dcterms:modified>
</cp:coreProperties>
</file>